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3.xml" ContentType="application/vnd.openxmlformats-officedocument.themeOverr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3"/>
  </p:notesMasterIdLst>
  <p:sldIdLst>
    <p:sldId id="278" r:id="rId5"/>
    <p:sldId id="293" r:id="rId6"/>
    <p:sldId id="294" r:id="rId7"/>
    <p:sldId id="280" r:id="rId8"/>
    <p:sldId id="282" r:id="rId9"/>
    <p:sldId id="284" r:id="rId10"/>
    <p:sldId id="279" r:id="rId11"/>
    <p:sldId id="295" r:id="rId12"/>
    <p:sldId id="283" r:id="rId13"/>
    <p:sldId id="281" r:id="rId14"/>
    <p:sldId id="285" r:id="rId15"/>
    <p:sldId id="286" r:id="rId16"/>
    <p:sldId id="287" r:id="rId17"/>
    <p:sldId id="288" r:id="rId18"/>
    <p:sldId id="289" r:id="rId19"/>
    <p:sldId id="290" r:id="rId20"/>
    <p:sldId id="291" r:id="rId21"/>
    <p:sldId id="29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11" initials="W1" lastIdx="1" clrIdx="0">
    <p:extLst>
      <p:ext uri="{19B8F6BF-5375-455C-9EA6-DF929625EA0E}">
        <p15:presenceInfo xmlns:p15="http://schemas.microsoft.com/office/powerpoint/2012/main" userId="Windows 11"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D1858"/>
    <a:srgbClr val="2DA5FF"/>
    <a:srgbClr val="B9ED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9" autoAdjust="0"/>
  </p:normalViewPr>
  <p:slideViewPr>
    <p:cSldViewPr snapToGrid="0">
      <p:cViewPr varScale="1">
        <p:scale>
          <a:sx n="63" d="100"/>
          <a:sy n="63" d="100"/>
        </p:scale>
        <p:origin x="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diagrams/_rels/data2.xml.rels><?xml version="1.0" encoding="UTF-8" standalone="yes"?>
<Relationships xmlns="http://schemas.openxmlformats.org/package/2006/relationships"><Relationship Id="rId1" Type="http://schemas.openxmlformats.org/officeDocument/2006/relationships/image" Target="../media/image16.jpg"/></Relationships>
</file>

<file path=ppt/diagrams/_rels/data6.xml.rels><?xml version="1.0" encoding="UTF-8" standalone="yes"?>
<Relationships xmlns="http://schemas.openxmlformats.org/package/2006/relationships"><Relationship Id="rId1" Type="http://schemas.openxmlformats.org/officeDocument/2006/relationships/image" Target="../media/image20.jpg"/></Relationships>
</file>

<file path=ppt/diagrams/_rels/data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image" Target="../media/image25.jpg"/><Relationship Id="rId5" Type="http://schemas.openxmlformats.org/officeDocument/2006/relationships/image" Target="../media/image29.png"/><Relationship Id="rId4" Type="http://schemas.openxmlformats.org/officeDocument/2006/relationships/image" Target="../media/image28.jpg"/></Relationships>
</file>

<file path=ppt/diagrams/_rels/drawing2.xml.rels><?xml version="1.0" encoding="UTF-8" standalone="yes"?>
<Relationships xmlns="http://schemas.openxmlformats.org/package/2006/relationships"><Relationship Id="rId1" Type="http://schemas.openxmlformats.org/officeDocument/2006/relationships/image" Target="../media/image16.jpg"/></Relationships>
</file>

<file path=ppt/diagrams/_rels/drawing6.xml.rels><?xml version="1.0" encoding="UTF-8" standalone="yes"?>
<Relationships xmlns="http://schemas.openxmlformats.org/package/2006/relationships"><Relationship Id="rId1" Type="http://schemas.openxmlformats.org/officeDocument/2006/relationships/image" Target="../media/image20.jpg"/></Relationships>
</file>

<file path=ppt/diagrams/_rels/drawing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image" Target="../media/image25.jpg"/><Relationship Id="rId5" Type="http://schemas.openxmlformats.org/officeDocument/2006/relationships/image" Target="../media/image29.png"/><Relationship Id="rId4" Type="http://schemas.openxmlformats.org/officeDocument/2006/relationships/image" Target="../media/image28.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62C70F-4407-4E8A-AFC0-D6EFAFD02F43}"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6BDF7EC4-8B6C-4E4A-8AE5-D0C8AFB4F437}">
      <dgm:prSet custT="1"/>
      <dgm:spPr>
        <a:gradFill rotWithShape="0">
          <a:gsLst>
            <a:gs pos="0">
              <a:schemeClr val="bg1">
                <a:lumMod val="50000"/>
                <a:lumOff val="50000"/>
              </a:schemeClr>
            </a:gs>
            <a:gs pos="100000">
              <a:srgbClr val="0070C0"/>
            </a:gs>
          </a:gsLst>
          <a:lin ang="5400000" scaled="1"/>
        </a:gradFill>
      </dgm:spPr>
      <dgm:t>
        <a:bodyPr/>
        <a:lstStyle/>
        <a:p>
          <a:r>
            <a:rPr lang="en-US" sz="1800" b="1" i="0" baseline="0" dirty="0"/>
            <a:t>Key Aspects of Product Knowledge</a:t>
          </a:r>
          <a:endParaRPr lang="en-US" sz="1800" dirty="0"/>
        </a:p>
      </dgm:t>
    </dgm:pt>
    <dgm:pt modelId="{CD312182-3760-4F6F-A7CB-4C4F8ECB7C7A}" type="parTrans" cxnId="{59D9E7D5-8E34-492C-B2A8-00B6FD8B9B19}">
      <dgm:prSet/>
      <dgm:spPr/>
      <dgm:t>
        <a:bodyPr/>
        <a:lstStyle/>
        <a:p>
          <a:endParaRPr lang="en-US"/>
        </a:p>
      </dgm:t>
    </dgm:pt>
    <dgm:pt modelId="{1F9A73F2-9287-4DD7-9C18-6067F3CD0640}" type="sibTrans" cxnId="{59D9E7D5-8E34-492C-B2A8-00B6FD8B9B19}">
      <dgm:prSet/>
      <dgm:spPr/>
      <dgm:t>
        <a:bodyPr/>
        <a:lstStyle/>
        <a:p>
          <a:endParaRPr lang="en-US"/>
        </a:p>
      </dgm:t>
    </dgm:pt>
    <dgm:pt modelId="{94600803-D47D-4CD9-B9E9-B8C3070F8829}">
      <dgm:prSet custT="1"/>
      <dgm:spPr>
        <a:gradFill rotWithShape="0">
          <a:gsLst>
            <a:gs pos="0">
              <a:schemeClr val="bg1">
                <a:lumMod val="50000"/>
                <a:lumOff val="50000"/>
              </a:schemeClr>
            </a:gs>
            <a:gs pos="100000">
              <a:srgbClr val="0070C0"/>
            </a:gs>
          </a:gsLst>
          <a:lin ang="5400000" scaled="1"/>
        </a:gradFill>
      </dgm:spPr>
      <dgm:t>
        <a:bodyPr/>
        <a:lstStyle/>
        <a:p>
          <a:r>
            <a:rPr lang="en-US" sz="1400" b="1" i="0" baseline="0" dirty="0"/>
            <a:t>Product Overview</a:t>
          </a:r>
          <a:endParaRPr lang="en-US" sz="1400" dirty="0"/>
        </a:p>
      </dgm:t>
    </dgm:pt>
    <dgm:pt modelId="{C9C1AA79-79FA-4CFA-9931-47469A3A6CD8}" type="parTrans" cxnId="{CF035580-5ACB-4CCD-A624-0F52E0303218}">
      <dgm:prSet/>
      <dgm:spPr/>
      <dgm:t>
        <a:bodyPr/>
        <a:lstStyle/>
        <a:p>
          <a:endParaRPr lang="en-US"/>
        </a:p>
      </dgm:t>
    </dgm:pt>
    <dgm:pt modelId="{3BBDE26C-E2E7-4826-8E29-8EACA18C66EE}" type="sibTrans" cxnId="{CF035580-5ACB-4CCD-A624-0F52E0303218}">
      <dgm:prSet/>
      <dgm:spPr/>
      <dgm:t>
        <a:bodyPr/>
        <a:lstStyle/>
        <a:p>
          <a:endParaRPr lang="en-US"/>
        </a:p>
      </dgm:t>
    </dgm:pt>
    <dgm:pt modelId="{BF9EC3D0-D9D2-4B81-867F-30779A30120E}">
      <dgm:prSet custT="1"/>
      <dgm:spPr>
        <a:gradFill rotWithShape="0">
          <a:gsLst>
            <a:gs pos="0">
              <a:schemeClr val="tx1">
                <a:lumMod val="85000"/>
              </a:schemeClr>
            </a:gs>
            <a:gs pos="89324">
              <a:srgbClr val="B9EDFF"/>
            </a:gs>
            <a:gs pos="100000">
              <a:srgbClr val="B9EDFF"/>
            </a:gs>
          </a:gsLst>
          <a:lin ang="5400000" scaled="1"/>
        </a:gradFill>
      </dgm:spPr>
      <dgm:t>
        <a:bodyPr/>
        <a:lstStyle/>
        <a:p>
          <a:r>
            <a:rPr lang="en-US" sz="1200" b="1" i="0" baseline="0" dirty="0">
              <a:solidFill>
                <a:schemeClr val="bg1">
                  <a:lumMod val="95000"/>
                  <a:lumOff val="5000"/>
                </a:schemeClr>
              </a:solidFill>
            </a:rPr>
            <a:t>What is the </a:t>
          </a:r>
          <a:r>
            <a:rPr lang="en-US" sz="1100" b="1" i="0" baseline="0" dirty="0">
              <a:solidFill>
                <a:schemeClr val="bg1">
                  <a:lumMod val="95000"/>
                  <a:lumOff val="5000"/>
                </a:schemeClr>
              </a:solidFill>
            </a:rPr>
            <a:t>product?</a:t>
          </a:r>
          <a:endParaRPr lang="en-US" sz="2400" b="1" dirty="0">
            <a:solidFill>
              <a:schemeClr val="bg1">
                <a:lumMod val="95000"/>
                <a:lumOff val="5000"/>
              </a:schemeClr>
            </a:solidFill>
          </a:endParaRPr>
        </a:p>
      </dgm:t>
    </dgm:pt>
    <dgm:pt modelId="{5BDA03F5-1F89-4772-97D3-782961282141}" type="parTrans" cxnId="{F45AE19F-5F24-4157-9350-E8ABB70C71FB}">
      <dgm:prSet/>
      <dgm:spPr>
        <a:gradFill rotWithShape="0">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dgm:spPr>
      <dgm:t>
        <a:bodyPr/>
        <a:lstStyle/>
        <a:p>
          <a:endParaRPr lang="en-US"/>
        </a:p>
      </dgm:t>
    </dgm:pt>
    <dgm:pt modelId="{6A2E2C34-C652-456B-A09D-74B23A21498A}" type="sibTrans" cxnId="{F45AE19F-5F24-4157-9350-E8ABB70C71FB}">
      <dgm:prSet/>
      <dgm:spPr/>
      <dgm:t>
        <a:bodyPr/>
        <a:lstStyle/>
        <a:p>
          <a:endParaRPr lang="en-US"/>
        </a:p>
      </dgm:t>
    </dgm:pt>
    <dgm:pt modelId="{EAE90236-438B-46EC-A3B8-AE6B06A51208}">
      <dgm:prSet custT="1"/>
      <dgm:spPr>
        <a:gradFill rotWithShape="0">
          <a:gsLst>
            <a:gs pos="0">
              <a:schemeClr val="tx1">
                <a:lumMod val="85000"/>
              </a:schemeClr>
            </a:gs>
            <a:gs pos="89324">
              <a:srgbClr val="B9EDFF"/>
            </a:gs>
            <a:gs pos="100000">
              <a:srgbClr val="B9EDFF"/>
            </a:gs>
          </a:gsLst>
          <a:lin ang="5400000" scaled="1"/>
        </a:gradFill>
      </dgm:spPr>
      <dgm:t>
        <a:bodyPr/>
        <a:lstStyle/>
        <a:p>
          <a:r>
            <a:rPr lang="en-US" sz="600" b="0" i="0" baseline="0" dirty="0"/>
            <a:t>?</a:t>
          </a:r>
          <a:r>
            <a:rPr lang="en-US" sz="1400" b="1" i="0" baseline="0" dirty="0">
              <a:solidFill>
                <a:schemeClr val="bg1">
                  <a:lumMod val="95000"/>
                  <a:lumOff val="5000"/>
                </a:schemeClr>
              </a:solidFill>
            </a:rPr>
            <a:t> </a:t>
          </a:r>
          <a:r>
            <a:rPr lang="en-US" sz="1100" b="1" i="0" baseline="0" dirty="0">
              <a:solidFill>
                <a:schemeClr val="bg1">
                  <a:lumMod val="95000"/>
                  <a:lumOff val="5000"/>
                </a:schemeClr>
              </a:solidFill>
            </a:rPr>
            <a:t>What problems does it solve?</a:t>
          </a:r>
          <a:endParaRPr lang="en-US" sz="700" dirty="0"/>
        </a:p>
      </dgm:t>
    </dgm:pt>
    <dgm:pt modelId="{BFD0E81C-EFA4-4305-AE42-D4B9DA934DA8}" type="parTrans" cxnId="{A8338AF3-2047-4C6D-BBAE-58202EEDCE2B}">
      <dgm:prSet/>
      <dgm:spPr>
        <a:gradFill rotWithShape="0">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dgm:spPr>
      <dgm:t>
        <a:bodyPr/>
        <a:lstStyle/>
        <a:p>
          <a:endParaRPr lang="en-US"/>
        </a:p>
      </dgm:t>
    </dgm:pt>
    <dgm:pt modelId="{A3BE6032-D084-4580-9114-D115A0D6468F}" type="sibTrans" cxnId="{A8338AF3-2047-4C6D-BBAE-58202EEDCE2B}">
      <dgm:prSet/>
      <dgm:spPr/>
      <dgm:t>
        <a:bodyPr/>
        <a:lstStyle/>
        <a:p>
          <a:endParaRPr lang="en-US"/>
        </a:p>
      </dgm:t>
    </dgm:pt>
    <dgm:pt modelId="{0900429C-27D1-40BF-B052-0918F9F8DD65}">
      <dgm:prSet custT="1"/>
      <dgm:spPr>
        <a:gradFill rotWithShape="0">
          <a:gsLst>
            <a:gs pos="0">
              <a:schemeClr val="tx1">
                <a:lumMod val="85000"/>
              </a:schemeClr>
            </a:gs>
            <a:gs pos="89324">
              <a:srgbClr val="B9EDFF"/>
            </a:gs>
            <a:gs pos="100000">
              <a:srgbClr val="B9EDFF"/>
            </a:gs>
          </a:gsLst>
          <a:lin ang="5400000" scaled="1"/>
        </a:gradFill>
      </dgm:spPr>
      <dgm:t>
        <a:bodyPr/>
        <a:lstStyle/>
        <a:p>
          <a:r>
            <a:rPr lang="en-US" sz="1200" b="1" i="0" baseline="0" dirty="0">
              <a:solidFill>
                <a:schemeClr val="bg1">
                  <a:lumMod val="95000"/>
                  <a:lumOff val="5000"/>
                </a:schemeClr>
              </a:solidFill>
            </a:rPr>
            <a:t>What makes it unique?</a:t>
          </a:r>
          <a:endParaRPr lang="en-US" sz="1000" dirty="0"/>
        </a:p>
      </dgm:t>
    </dgm:pt>
    <dgm:pt modelId="{4900EB94-9E21-4BC7-B553-5C51DE96BD3F}" type="parTrans" cxnId="{D786E8AF-F3C7-4D0C-AAA9-CAB44967E3E1}">
      <dgm:prSet/>
      <dgm:spPr>
        <a:gradFill rotWithShape="0">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dgm:spPr>
      <dgm:t>
        <a:bodyPr/>
        <a:lstStyle/>
        <a:p>
          <a:endParaRPr lang="en-US"/>
        </a:p>
      </dgm:t>
    </dgm:pt>
    <dgm:pt modelId="{2137DE6A-6029-47C9-BC6F-DEBEDBD33A6F}" type="sibTrans" cxnId="{D786E8AF-F3C7-4D0C-AAA9-CAB44967E3E1}">
      <dgm:prSet/>
      <dgm:spPr/>
      <dgm:t>
        <a:bodyPr/>
        <a:lstStyle/>
        <a:p>
          <a:endParaRPr lang="en-US"/>
        </a:p>
      </dgm:t>
    </dgm:pt>
    <dgm:pt modelId="{F8F4FB55-3A71-4316-83FB-F414381081BD}">
      <dgm:prSet/>
      <dgm:spPr>
        <a:gradFill rotWithShape="0">
          <a:gsLst>
            <a:gs pos="0">
              <a:schemeClr val="bg1">
                <a:lumMod val="50000"/>
                <a:lumOff val="50000"/>
              </a:schemeClr>
            </a:gs>
            <a:gs pos="100000">
              <a:srgbClr val="0070C0"/>
            </a:gs>
          </a:gsLst>
          <a:lin ang="5400000" scaled="1"/>
        </a:gradFill>
      </dgm:spPr>
      <dgm:t>
        <a:bodyPr/>
        <a:lstStyle/>
        <a:p>
          <a:r>
            <a:rPr lang="en-US" dirty="0"/>
            <a:t>Features</a:t>
          </a:r>
          <a:r>
            <a:rPr lang="en-US" baseline="0" dirty="0"/>
            <a:t> &amp; Benefits</a:t>
          </a:r>
          <a:endParaRPr lang="en-US" dirty="0"/>
        </a:p>
      </dgm:t>
    </dgm:pt>
    <dgm:pt modelId="{FB36E60D-F267-4A4B-B8DA-EE96A8F271C6}" type="parTrans" cxnId="{4F054E6E-6AD7-428D-8F66-9D512E6F7CA3}">
      <dgm:prSet/>
      <dgm:spPr/>
      <dgm:t>
        <a:bodyPr/>
        <a:lstStyle/>
        <a:p>
          <a:endParaRPr lang="en-US"/>
        </a:p>
      </dgm:t>
    </dgm:pt>
    <dgm:pt modelId="{2AF03A3E-986B-495C-A7AF-C141A563D515}" type="sibTrans" cxnId="{4F054E6E-6AD7-428D-8F66-9D512E6F7CA3}">
      <dgm:prSet/>
      <dgm:spPr/>
      <dgm:t>
        <a:bodyPr/>
        <a:lstStyle/>
        <a:p>
          <a:endParaRPr lang="en-US"/>
        </a:p>
      </dgm:t>
    </dgm:pt>
    <dgm:pt modelId="{804397E6-F79B-4C33-BD14-93E560198FB2}">
      <dgm:prSet/>
      <dgm:spPr>
        <a:gradFill rotWithShape="0">
          <a:gsLst>
            <a:gs pos="0">
              <a:schemeClr val="tx1">
                <a:lumMod val="85000"/>
              </a:schemeClr>
            </a:gs>
            <a:gs pos="89324">
              <a:srgbClr val="B9EDFF"/>
            </a:gs>
            <a:gs pos="100000">
              <a:srgbClr val="B9EDFF"/>
            </a:gs>
          </a:gsLst>
          <a:lin ang="5400000" scaled="1"/>
        </a:gradFill>
      </dgm:spPr>
      <dgm:t>
        <a:bodyPr/>
        <a:lstStyle/>
        <a:p>
          <a:r>
            <a:rPr lang="en-US" b="1" i="0" baseline="0" dirty="0">
              <a:solidFill>
                <a:schemeClr val="bg1">
                  <a:lumMod val="95000"/>
                  <a:lumOff val="5000"/>
                </a:schemeClr>
              </a:solidFill>
            </a:rPr>
            <a:t>List down key features</a:t>
          </a:r>
          <a:endParaRPr lang="en-US" b="1" dirty="0">
            <a:solidFill>
              <a:schemeClr val="bg1">
                <a:lumMod val="95000"/>
                <a:lumOff val="5000"/>
              </a:schemeClr>
            </a:solidFill>
          </a:endParaRPr>
        </a:p>
      </dgm:t>
    </dgm:pt>
    <dgm:pt modelId="{B5D00A20-859C-4A5A-A495-2466229D91C5}" type="parTrans" cxnId="{0B5CAFD1-0FB8-43B5-835C-D35D28A29289}">
      <dgm:prSet/>
      <dgm:spPr/>
      <dgm:t>
        <a:bodyPr/>
        <a:lstStyle/>
        <a:p>
          <a:endParaRPr lang="en-US"/>
        </a:p>
      </dgm:t>
    </dgm:pt>
    <dgm:pt modelId="{615D850A-38AA-4079-BBDB-00AD1D042E9E}" type="sibTrans" cxnId="{0B5CAFD1-0FB8-43B5-835C-D35D28A29289}">
      <dgm:prSet/>
      <dgm:spPr/>
      <dgm:t>
        <a:bodyPr/>
        <a:lstStyle/>
        <a:p>
          <a:endParaRPr lang="en-US"/>
        </a:p>
      </dgm:t>
    </dgm:pt>
    <dgm:pt modelId="{A7CCC6CB-AC83-4346-967F-FAE538DF8B36}">
      <dgm:prSet/>
      <dgm:spPr>
        <a:gradFill rotWithShape="0">
          <a:gsLst>
            <a:gs pos="0">
              <a:schemeClr val="tx1">
                <a:lumMod val="85000"/>
              </a:schemeClr>
            </a:gs>
            <a:gs pos="89324">
              <a:srgbClr val="B9EDFF"/>
            </a:gs>
            <a:gs pos="100000">
              <a:srgbClr val="B9EDFF"/>
            </a:gs>
          </a:gsLst>
          <a:lin ang="5400000" scaled="1"/>
        </a:gradFill>
      </dgm:spPr>
      <dgm:t>
        <a:bodyPr/>
        <a:lstStyle/>
        <a:p>
          <a:r>
            <a:rPr lang="en-US" b="1" dirty="0">
              <a:solidFill>
                <a:schemeClr val="bg1"/>
              </a:solidFill>
            </a:rPr>
            <a:t>Focus on value</a:t>
          </a:r>
        </a:p>
      </dgm:t>
    </dgm:pt>
    <dgm:pt modelId="{1CF16EAB-37BA-445C-B238-876943D22610}" type="parTrans" cxnId="{1084E73E-3B3F-4414-9CA9-17A4E4C5B7B2}">
      <dgm:prSet/>
      <dgm:spPr>
        <a:gradFill rotWithShape="0">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dgm:spPr>
      <dgm:t>
        <a:bodyPr/>
        <a:lstStyle/>
        <a:p>
          <a:endParaRPr lang="en-US"/>
        </a:p>
      </dgm:t>
    </dgm:pt>
    <dgm:pt modelId="{D232D0D6-AA02-45FF-A550-F22A24AF079C}" type="sibTrans" cxnId="{1084E73E-3B3F-4414-9CA9-17A4E4C5B7B2}">
      <dgm:prSet/>
      <dgm:spPr/>
      <dgm:t>
        <a:bodyPr/>
        <a:lstStyle/>
        <a:p>
          <a:endParaRPr lang="en-US"/>
        </a:p>
      </dgm:t>
    </dgm:pt>
    <dgm:pt modelId="{A2A8FAFC-2CE9-4C35-B05D-8D30F26263CB}">
      <dgm:prSet/>
      <dgm:spPr>
        <a:gradFill rotWithShape="0">
          <a:gsLst>
            <a:gs pos="0">
              <a:schemeClr val="bg1">
                <a:lumMod val="50000"/>
                <a:lumOff val="50000"/>
              </a:schemeClr>
            </a:gs>
            <a:gs pos="100000">
              <a:srgbClr val="0070C0"/>
            </a:gs>
          </a:gsLst>
          <a:lin ang="5400000" scaled="1"/>
        </a:gradFill>
      </dgm:spPr>
      <dgm:t>
        <a:bodyPr/>
        <a:lstStyle/>
        <a:p>
          <a:r>
            <a:rPr lang="en-US" b="1" i="0" baseline="0" dirty="0"/>
            <a:t>Cases &amp; Applications</a:t>
          </a:r>
          <a:endParaRPr lang="en-US" dirty="0"/>
        </a:p>
      </dgm:t>
    </dgm:pt>
    <dgm:pt modelId="{B613192C-9EB6-471D-9A32-3CDF9B10FCB6}" type="parTrans" cxnId="{E23579CA-9E19-46AF-83D7-CFEF24E0CDBE}">
      <dgm:prSet/>
      <dgm:spPr/>
      <dgm:t>
        <a:bodyPr/>
        <a:lstStyle/>
        <a:p>
          <a:endParaRPr lang="en-US"/>
        </a:p>
      </dgm:t>
    </dgm:pt>
    <dgm:pt modelId="{B9F07871-4382-4E31-B760-C799F05CA9C0}" type="sibTrans" cxnId="{E23579CA-9E19-46AF-83D7-CFEF24E0CDBE}">
      <dgm:prSet/>
      <dgm:spPr/>
      <dgm:t>
        <a:bodyPr/>
        <a:lstStyle/>
        <a:p>
          <a:endParaRPr lang="en-US"/>
        </a:p>
      </dgm:t>
    </dgm:pt>
    <dgm:pt modelId="{992553A7-AF80-411B-9807-13337DCCEDFB}">
      <dgm:prSet/>
      <dgm:spPr>
        <a:gradFill rotWithShape="0">
          <a:gsLst>
            <a:gs pos="0">
              <a:schemeClr val="tx1">
                <a:lumMod val="85000"/>
              </a:schemeClr>
            </a:gs>
            <a:gs pos="89324">
              <a:srgbClr val="B9EDFF"/>
            </a:gs>
            <a:gs pos="100000">
              <a:srgbClr val="B9EDFF"/>
            </a:gs>
          </a:gsLst>
          <a:lin ang="5400000" scaled="1"/>
        </a:gradFill>
      </dgm:spPr>
      <dgm:t>
        <a:bodyPr/>
        <a:lstStyle/>
        <a:p>
          <a:r>
            <a:rPr lang="en-US" b="1" i="0" baseline="0" dirty="0">
              <a:solidFill>
                <a:schemeClr val="bg1">
                  <a:lumMod val="95000"/>
                  <a:lumOff val="5000"/>
                </a:schemeClr>
              </a:solidFill>
            </a:rPr>
            <a:t>Real world scenarios</a:t>
          </a:r>
          <a:endParaRPr lang="en-US" b="1" dirty="0">
            <a:solidFill>
              <a:schemeClr val="bg1">
                <a:lumMod val="95000"/>
                <a:lumOff val="5000"/>
              </a:schemeClr>
            </a:solidFill>
          </a:endParaRPr>
        </a:p>
      </dgm:t>
    </dgm:pt>
    <dgm:pt modelId="{B61FBF7C-EB74-4BE1-AD7F-4F70EA9315CD}" type="parTrans" cxnId="{1241E7DB-3F2E-454D-9292-6C656BED81D9}">
      <dgm:prSet/>
      <dgm:spPr/>
      <dgm:t>
        <a:bodyPr/>
        <a:lstStyle/>
        <a:p>
          <a:endParaRPr lang="en-US"/>
        </a:p>
      </dgm:t>
    </dgm:pt>
    <dgm:pt modelId="{59F956DC-E0F8-47FD-8EB3-E7E1A32F565F}" type="sibTrans" cxnId="{1241E7DB-3F2E-454D-9292-6C656BED81D9}">
      <dgm:prSet/>
      <dgm:spPr/>
      <dgm:t>
        <a:bodyPr/>
        <a:lstStyle/>
        <a:p>
          <a:endParaRPr lang="en-US"/>
        </a:p>
      </dgm:t>
    </dgm:pt>
    <dgm:pt modelId="{8621908D-0F35-4804-A184-0A4FEAF1C289}">
      <dgm:prSet/>
      <dgm:spPr>
        <a:gradFill rotWithShape="0">
          <a:gsLst>
            <a:gs pos="0">
              <a:schemeClr val="tx1">
                <a:lumMod val="85000"/>
              </a:schemeClr>
            </a:gs>
            <a:gs pos="89324">
              <a:srgbClr val="B9EDFF"/>
            </a:gs>
            <a:gs pos="100000">
              <a:srgbClr val="B9EDFF"/>
            </a:gs>
          </a:gsLst>
          <a:lin ang="5400000" scaled="1"/>
        </a:gradFill>
      </dgm:spPr>
      <dgm:t>
        <a:bodyPr/>
        <a:lstStyle/>
        <a:p>
          <a:r>
            <a:rPr lang="en-US" b="1" i="0" baseline="0" dirty="0">
              <a:solidFill>
                <a:schemeClr val="bg1">
                  <a:lumMod val="95000"/>
                  <a:lumOff val="5000"/>
                </a:schemeClr>
              </a:solidFill>
            </a:rPr>
            <a:t>Customer case study</a:t>
          </a:r>
          <a:endParaRPr lang="en-US" dirty="0"/>
        </a:p>
      </dgm:t>
    </dgm:pt>
    <dgm:pt modelId="{B2915250-0411-41BB-BDC2-2F221112DFDF}" type="parTrans" cxnId="{84C3BE0D-6DCB-47AE-A2F6-0E5C6E06B36E}">
      <dgm:prSet/>
      <dgm:spPr>
        <a:gradFill rotWithShape="0">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dgm:spPr>
      <dgm:t>
        <a:bodyPr/>
        <a:lstStyle/>
        <a:p>
          <a:endParaRPr lang="en-US"/>
        </a:p>
      </dgm:t>
    </dgm:pt>
    <dgm:pt modelId="{01A44C43-673B-4A29-B1C9-BD7FE58606B4}" type="sibTrans" cxnId="{84C3BE0D-6DCB-47AE-A2F6-0E5C6E06B36E}">
      <dgm:prSet/>
      <dgm:spPr/>
      <dgm:t>
        <a:bodyPr/>
        <a:lstStyle/>
        <a:p>
          <a:endParaRPr lang="en-US"/>
        </a:p>
      </dgm:t>
    </dgm:pt>
    <dgm:pt modelId="{5B0C6760-BE5F-4889-B2A0-B4D6D7657077}">
      <dgm:prSet/>
      <dgm:spPr>
        <a:gradFill rotWithShape="0">
          <a:gsLst>
            <a:gs pos="0">
              <a:schemeClr val="bg1">
                <a:lumMod val="50000"/>
                <a:lumOff val="50000"/>
              </a:schemeClr>
            </a:gs>
            <a:gs pos="100000">
              <a:srgbClr val="0070C0"/>
            </a:gs>
          </a:gsLst>
          <a:lin ang="5400000" scaled="1"/>
        </a:gradFill>
      </dgm:spPr>
      <dgm:t>
        <a:bodyPr/>
        <a:lstStyle/>
        <a:p>
          <a:r>
            <a:rPr lang="en-US" b="1" i="0" baseline="0" dirty="0"/>
            <a:t>Competitive Advantage</a:t>
          </a:r>
          <a:endParaRPr lang="en-US" dirty="0"/>
        </a:p>
      </dgm:t>
    </dgm:pt>
    <dgm:pt modelId="{21812A86-298B-443B-A994-5C574885CD61}" type="parTrans" cxnId="{BA1E712D-77E8-4C99-8FF4-2882F78581D0}">
      <dgm:prSet/>
      <dgm:spPr/>
      <dgm:t>
        <a:bodyPr/>
        <a:lstStyle/>
        <a:p>
          <a:endParaRPr lang="en-US"/>
        </a:p>
      </dgm:t>
    </dgm:pt>
    <dgm:pt modelId="{03006D96-5826-443C-B9E6-03C349E9FF7A}" type="sibTrans" cxnId="{BA1E712D-77E8-4C99-8FF4-2882F78581D0}">
      <dgm:prSet/>
      <dgm:spPr/>
      <dgm:t>
        <a:bodyPr/>
        <a:lstStyle/>
        <a:p>
          <a:endParaRPr lang="en-US"/>
        </a:p>
      </dgm:t>
    </dgm:pt>
    <dgm:pt modelId="{DD968F7D-0F0D-4583-95B7-9BE107C8B6A4}">
      <dgm:prSet/>
      <dgm:spPr>
        <a:gradFill rotWithShape="0">
          <a:gsLst>
            <a:gs pos="0">
              <a:schemeClr val="tx1">
                <a:lumMod val="85000"/>
              </a:schemeClr>
            </a:gs>
            <a:gs pos="89324">
              <a:srgbClr val="B9EDFF"/>
            </a:gs>
            <a:gs pos="100000">
              <a:srgbClr val="B9EDFF"/>
            </a:gs>
          </a:gsLst>
          <a:lin ang="5400000" scaled="1"/>
        </a:gradFill>
      </dgm:spPr>
      <dgm:t>
        <a:bodyPr/>
        <a:lstStyle/>
        <a:p>
          <a:r>
            <a:rPr lang="en-US" b="1" i="0" baseline="0" dirty="0">
              <a:solidFill>
                <a:schemeClr val="bg1">
                  <a:lumMod val="95000"/>
                  <a:lumOff val="5000"/>
                </a:schemeClr>
              </a:solidFill>
            </a:rPr>
            <a:t>Product Comparison</a:t>
          </a:r>
          <a:endParaRPr lang="en-US" b="1" dirty="0">
            <a:solidFill>
              <a:schemeClr val="bg1">
                <a:lumMod val="95000"/>
                <a:lumOff val="5000"/>
              </a:schemeClr>
            </a:solidFill>
          </a:endParaRPr>
        </a:p>
      </dgm:t>
    </dgm:pt>
    <dgm:pt modelId="{CEFB855A-8C69-4922-9D7F-C0EF893DF640}" type="parTrans" cxnId="{51E6BFA7-10EA-4112-AF7D-AD43800025F0}">
      <dgm:prSet/>
      <dgm:spPr/>
      <dgm:t>
        <a:bodyPr/>
        <a:lstStyle/>
        <a:p>
          <a:endParaRPr lang="en-US"/>
        </a:p>
      </dgm:t>
    </dgm:pt>
    <dgm:pt modelId="{91BF24D9-B432-49AA-83E0-3590FEB6B87B}" type="sibTrans" cxnId="{51E6BFA7-10EA-4112-AF7D-AD43800025F0}">
      <dgm:prSet/>
      <dgm:spPr/>
      <dgm:t>
        <a:bodyPr/>
        <a:lstStyle/>
        <a:p>
          <a:endParaRPr lang="en-US"/>
        </a:p>
      </dgm:t>
    </dgm:pt>
    <dgm:pt modelId="{AD33D47E-0405-4CBD-A278-B6064BD3358D}">
      <dgm:prSet/>
      <dgm:spPr>
        <a:gradFill rotWithShape="0">
          <a:gsLst>
            <a:gs pos="0">
              <a:schemeClr val="tx1">
                <a:lumMod val="85000"/>
              </a:schemeClr>
            </a:gs>
            <a:gs pos="89324">
              <a:srgbClr val="B9EDFF"/>
            </a:gs>
            <a:gs pos="100000">
              <a:srgbClr val="B9EDFF"/>
            </a:gs>
          </a:gsLst>
          <a:lin ang="5400000" scaled="1"/>
        </a:gradFill>
      </dgm:spPr>
      <dgm:t>
        <a:bodyPr/>
        <a:lstStyle/>
        <a:p>
          <a:r>
            <a:rPr lang="en-US" b="1" i="0" baseline="0" dirty="0">
              <a:solidFill>
                <a:schemeClr val="bg1">
                  <a:lumMod val="95000"/>
                  <a:lumOff val="5000"/>
                </a:schemeClr>
              </a:solidFill>
            </a:rPr>
            <a:t>Unique Selling points</a:t>
          </a:r>
          <a:endParaRPr lang="en-US" dirty="0"/>
        </a:p>
      </dgm:t>
    </dgm:pt>
    <dgm:pt modelId="{3D2C11F5-101B-4897-B0A9-A2667FC47988}" type="parTrans" cxnId="{E1AE49C8-34FA-473B-B9B6-5C8D7076A761}">
      <dgm:prSet/>
      <dgm:spPr>
        <a:gradFill rotWithShape="0">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dgm:spPr>
      <dgm:t>
        <a:bodyPr/>
        <a:lstStyle/>
        <a:p>
          <a:endParaRPr lang="en-US"/>
        </a:p>
      </dgm:t>
    </dgm:pt>
    <dgm:pt modelId="{826951E6-D1EA-4075-A44D-E7FF0AA21570}" type="sibTrans" cxnId="{E1AE49C8-34FA-473B-B9B6-5C8D7076A761}">
      <dgm:prSet/>
      <dgm:spPr/>
      <dgm:t>
        <a:bodyPr/>
        <a:lstStyle/>
        <a:p>
          <a:endParaRPr lang="en-US"/>
        </a:p>
      </dgm:t>
    </dgm:pt>
    <dgm:pt modelId="{9BBA1EC6-22C8-4DF3-9666-9D21BD3F5A81}">
      <dgm:prSet/>
      <dgm:spPr>
        <a:gradFill rotWithShape="0">
          <a:gsLst>
            <a:gs pos="0">
              <a:schemeClr val="bg1">
                <a:lumMod val="50000"/>
                <a:lumOff val="50000"/>
              </a:schemeClr>
            </a:gs>
            <a:gs pos="100000">
              <a:srgbClr val="0070C0"/>
            </a:gs>
          </a:gsLst>
          <a:lin ang="5400000" scaled="1"/>
        </a:gradFill>
      </dgm:spPr>
      <dgm:t>
        <a:bodyPr/>
        <a:lstStyle/>
        <a:p>
          <a:r>
            <a:rPr lang="en-US" dirty="0"/>
            <a:t>Object Handling</a:t>
          </a:r>
        </a:p>
      </dgm:t>
    </dgm:pt>
    <dgm:pt modelId="{389A86E3-6D41-452A-950A-DEC261F5C646}" type="parTrans" cxnId="{9F523814-756A-4410-8381-28E3707C27F1}">
      <dgm:prSet/>
      <dgm:spPr/>
      <dgm:t>
        <a:bodyPr/>
        <a:lstStyle/>
        <a:p>
          <a:endParaRPr lang="en-US"/>
        </a:p>
      </dgm:t>
    </dgm:pt>
    <dgm:pt modelId="{E6CB14B3-5832-4DAD-BBE9-9C8767078FA2}" type="sibTrans" cxnId="{9F523814-756A-4410-8381-28E3707C27F1}">
      <dgm:prSet/>
      <dgm:spPr/>
      <dgm:t>
        <a:bodyPr/>
        <a:lstStyle/>
        <a:p>
          <a:endParaRPr lang="en-US"/>
        </a:p>
      </dgm:t>
    </dgm:pt>
    <dgm:pt modelId="{8AEBFF23-B902-4964-9277-773819204BF9}">
      <dgm:prSet/>
      <dgm:spPr>
        <a:gradFill rotWithShape="0">
          <a:gsLst>
            <a:gs pos="0">
              <a:schemeClr val="tx1">
                <a:lumMod val="85000"/>
              </a:schemeClr>
            </a:gs>
            <a:gs pos="89324">
              <a:srgbClr val="B9EDFF"/>
            </a:gs>
            <a:gs pos="100000">
              <a:srgbClr val="B9EDFF"/>
            </a:gs>
          </a:gsLst>
          <a:lin ang="5400000" scaled="1"/>
        </a:gradFill>
      </dgm:spPr>
      <dgm:t>
        <a:bodyPr/>
        <a:lstStyle/>
        <a:p>
          <a:r>
            <a:rPr lang="en-US" b="1" i="0" baseline="0" dirty="0">
              <a:solidFill>
                <a:schemeClr val="bg1">
                  <a:lumMod val="95000"/>
                  <a:lumOff val="5000"/>
                </a:schemeClr>
              </a:solidFill>
            </a:rPr>
            <a:t>Common Concerns</a:t>
          </a:r>
          <a:endParaRPr lang="en-US" b="1" dirty="0">
            <a:solidFill>
              <a:schemeClr val="bg1">
                <a:lumMod val="95000"/>
                <a:lumOff val="5000"/>
              </a:schemeClr>
            </a:solidFill>
          </a:endParaRPr>
        </a:p>
      </dgm:t>
    </dgm:pt>
    <dgm:pt modelId="{260C61DB-BF84-447A-8E6A-5637E0229B6C}" type="parTrans" cxnId="{F6796DCE-D40A-436F-82ED-1CC9C3C88A87}">
      <dgm:prSet/>
      <dgm:spPr/>
      <dgm:t>
        <a:bodyPr/>
        <a:lstStyle/>
        <a:p>
          <a:endParaRPr lang="en-US"/>
        </a:p>
      </dgm:t>
    </dgm:pt>
    <dgm:pt modelId="{DD305B7D-85B4-4F21-96EF-8E00A3095EB7}" type="sibTrans" cxnId="{F6796DCE-D40A-436F-82ED-1CC9C3C88A87}">
      <dgm:prSet/>
      <dgm:spPr/>
      <dgm:t>
        <a:bodyPr/>
        <a:lstStyle/>
        <a:p>
          <a:endParaRPr lang="en-US"/>
        </a:p>
      </dgm:t>
    </dgm:pt>
    <dgm:pt modelId="{0F70D04F-07C0-43EC-ADC6-E8862CBD4949}">
      <dgm:prSet/>
      <dgm:spPr>
        <a:gradFill rotWithShape="0">
          <a:gsLst>
            <a:gs pos="0">
              <a:schemeClr val="tx1">
                <a:lumMod val="85000"/>
              </a:schemeClr>
            </a:gs>
            <a:gs pos="89324">
              <a:srgbClr val="B9EDFF"/>
            </a:gs>
            <a:gs pos="100000">
              <a:srgbClr val="B9EDFF"/>
            </a:gs>
          </a:gsLst>
          <a:lin ang="5400000" scaled="1"/>
        </a:gradFill>
      </dgm:spPr>
      <dgm:t>
        <a:bodyPr/>
        <a:lstStyle/>
        <a:p>
          <a:r>
            <a:rPr lang="en-US" b="1" i="0" baseline="0" dirty="0">
              <a:solidFill>
                <a:schemeClr val="bg1">
                  <a:lumMod val="95000"/>
                  <a:lumOff val="5000"/>
                </a:schemeClr>
              </a:solidFill>
            </a:rPr>
            <a:t>Effective response</a:t>
          </a:r>
          <a:endParaRPr lang="en-US" dirty="0"/>
        </a:p>
      </dgm:t>
    </dgm:pt>
    <dgm:pt modelId="{F0CB1700-6A33-4004-85D1-DC7F217CE763}" type="parTrans" cxnId="{D7181285-E85D-4E2B-ADBC-8A449642DC20}">
      <dgm:prSet/>
      <dgm:spPr>
        <a:gradFill rotWithShape="0">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dgm:spPr>
      <dgm:t>
        <a:bodyPr/>
        <a:lstStyle/>
        <a:p>
          <a:endParaRPr lang="en-US"/>
        </a:p>
      </dgm:t>
    </dgm:pt>
    <dgm:pt modelId="{85AD5213-8010-4E31-97FB-EA391473E17D}" type="sibTrans" cxnId="{D7181285-E85D-4E2B-ADBC-8A449642DC20}">
      <dgm:prSet/>
      <dgm:spPr/>
      <dgm:t>
        <a:bodyPr/>
        <a:lstStyle/>
        <a:p>
          <a:endParaRPr lang="en-US"/>
        </a:p>
      </dgm:t>
    </dgm:pt>
    <dgm:pt modelId="{7FF1B99B-BFD1-4000-B951-815B26409557}" type="pres">
      <dgm:prSet presAssocID="{0162C70F-4407-4E8A-AFC0-D6EFAFD02F43}" presName="hierChild1" presStyleCnt="0">
        <dgm:presLayoutVars>
          <dgm:orgChart val="1"/>
          <dgm:chPref val="1"/>
          <dgm:dir/>
          <dgm:animOne val="branch"/>
          <dgm:animLvl val="lvl"/>
          <dgm:resizeHandles/>
        </dgm:presLayoutVars>
      </dgm:prSet>
      <dgm:spPr/>
    </dgm:pt>
    <dgm:pt modelId="{96B7F731-3896-4A50-9BAE-06942145FA12}" type="pres">
      <dgm:prSet presAssocID="{6BDF7EC4-8B6C-4E4A-8AE5-D0C8AFB4F437}" presName="hierRoot1" presStyleCnt="0">
        <dgm:presLayoutVars>
          <dgm:hierBranch val="init"/>
        </dgm:presLayoutVars>
      </dgm:prSet>
      <dgm:spPr/>
    </dgm:pt>
    <dgm:pt modelId="{4753AAEC-6A55-4F16-8222-7D321065D722}" type="pres">
      <dgm:prSet presAssocID="{6BDF7EC4-8B6C-4E4A-8AE5-D0C8AFB4F437}" presName="rootComposite1" presStyleCnt="0"/>
      <dgm:spPr/>
    </dgm:pt>
    <dgm:pt modelId="{4B5FE138-794F-4789-9D85-365DD5547919}" type="pres">
      <dgm:prSet presAssocID="{6BDF7EC4-8B6C-4E4A-8AE5-D0C8AFB4F437}" presName="rootText1" presStyleLbl="node0" presStyleIdx="0" presStyleCnt="6" custScaleX="2000000" custScaleY="1399545" custLinFactX="2798798" custLinFactY="-2400000" custLinFactNeighborX="2800000" custLinFactNeighborY="-2471586">
        <dgm:presLayoutVars>
          <dgm:chPref val="3"/>
        </dgm:presLayoutVars>
      </dgm:prSet>
      <dgm:spPr/>
    </dgm:pt>
    <dgm:pt modelId="{729206E2-07CE-4E62-A595-77EFE8495DD5}" type="pres">
      <dgm:prSet presAssocID="{6BDF7EC4-8B6C-4E4A-8AE5-D0C8AFB4F437}" presName="rootConnector1" presStyleLbl="node1" presStyleIdx="0" presStyleCnt="0"/>
      <dgm:spPr/>
    </dgm:pt>
    <dgm:pt modelId="{B93677BA-E053-4258-BF3C-323354678714}" type="pres">
      <dgm:prSet presAssocID="{6BDF7EC4-8B6C-4E4A-8AE5-D0C8AFB4F437}" presName="hierChild2" presStyleCnt="0"/>
      <dgm:spPr/>
    </dgm:pt>
    <dgm:pt modelId="{EFCB395D-3F11-4302-847B-A4CABBC37798}" type="pres">
      <dgm:prSet presAssocID="{6BDF7EC4-8B6C-4E4A-8AE5-D0C8AFB4F437}" presName="hierChild3" presStyleCnt="0"/>
      <dgm:spPr/>
    </dgm:pt>
    <dgm:pt modelId="{22314F85-B053-41AE-B03E-341F339BC769}" type="pres">
      <dgm:prSet presAssocID="{94600803-D47D-4CD9-B9E9-B8C3070F8829}" presName="hierRoot1" presStyleCnt="0">
        <dgm:presLayoutVars>
          <dgm:hierBranch val="init"/>
        </dgm:presLayoutVars>
      </dgm:prSet>
      <dgm:spPr/>
    </dgm:pt>
    <dgm:pt modelId="{88DA2A0C-B6EA-40D1-951C-10F8F6F980B6}" type="pres">
      <dgm:prSet presAssocID="{94600803-D47D-4CD9-B9E9-B8C3070F8829}" presName="rootComposite1" presStyleCnt="0"/>
      <dgm:spPr/>
    </dgm:pt>
    <dgm:pt modelId="{8C0A1314-A361-4584-9E48-7FFF4ED71E8C}" type="pres">
      <dgm:prSet presAssocID="{94600803-D47D-4CD9-B9E9-B8C3070F8829}" presName="rootText1" presStyleLbl="node0" presStyleIdx="1" presStyleCnt="6" custScaleX="1005535" custScaleY="795410" custLinFactX="-348380" custLinFactY="-700000" custLinFactNeighborX="-400000" custLinFactNeighborY="-711668">
        <dgm:presLayoutVars>
          <dgm:chPref val="3"/>
        </dgm:presLayoutVars>
      </dgm:prSet>
      <dgm:spPr/>
    </dgm:pt>
    <dgm:pt modelId="{65918E13-14D6-4EAF-B9E8-A5739EBD9EBF}" type="pres">
      <dgm:prSet presAssocID="{94600803-D47D-4CD9-B9E9-B8C3070F8829}" presName="rootConnector1" presStyleLbl="node1" presStyleIdx="0" presStyleCnt="0"/>
      <dgm:spPr/>
    </dgm:pt>
    <dgm:pt modelId="{A689F13F-45BC-467E-9534-D6CD0EF0940A}" type="pres">
      <dgm:prSet presAssocID="{94600803-D47D-4CD9-B9E9-B8C3070F8829}" presName="hierChild2" presStyleCnt="0"/>
      <dgm:spPr/>
    </dgm:pt>
    <dgm:pt modelId="{98068CDC-B258-41A1-A935-8745486BF73F}" type="pres">
      <dgm:prSet presAssocID="{5BDA03F5-1F89-4772-97D3-782961282141}" presName="Name37" presStyleLbl="parChTrans1D2" presStyleIdx="0" presStyleCnt="11"/>
      <dgm:spPr/>
    </dgm:pt>
    <dgm:pt modelId="{99D25E96-6E9A-46E5-A41F-C81326C12BF4}" type="pres">
      <dgm:prSet presAssocID="{BF9EC3D0-D9D2-4B81-867F-30779A30120E}" presName="hierRoot2" presStyleCnt="0">
        <dgm:presLayoutVars>
          <dgm:hierBranch val="init"/>
        </dgm:presLayoutVars>
      </dgm:prSet>
      <dgm:spPr/>
    </dgm:pt>
    <dgm:pt modelId="{BD13664B-794D-43C6-8F17-F7A0CA587C36}" type="pres">
      <dgm:prSet presAssocID="{BF9EC3D0-D9D2-4B81-867F-30779A30120E}" presName="rootComposite" presStyleCnt="0"/>
      <dgm:spPr/>
    </dgm:pt>
    <dgm:pt modelId="{C9AC84B1-50CC-49EF-8162-5CD886796EBF}" type="pres">
      <dgm:prSet presAssocID="{BF9EC3D0-D9D2-4B81-867F-30779A30120E}" presName="rootText" presStyleLbl="node2" presStyleIdx="0" presStyleCnt="11" custScaleX="926522" custScaleY="921237" custLinFactX="-397664" custLinFactY="-400426" custLinFactNeighborX="-400000" custLinFactNeighborY="-500000">
        <dgm:presLayoutVars>
          <dgm:chPref val="3"/>
        </dgm:presLayoutVars>
      </dgm:prSet>
      <dgm:spPr/>
    </dgm:pt>
    <dgm:pt modelId="{1B979439-9942-41CC-B900-490EAD0FA55D}" type="pres">
      <dgm:prSet presAssocID="{BF9EC3D0-D9D2-4B81-867F-30779A30120E}" presName="rootConnector" presStyleLbl="node2" presStyleIdx="0" presStyleCnt="11"/>
      <dgm:spPr/>
    </dgm:pt>
    <dgm:pt modelId="{8239C792-3F97-4F85-B3D0-5A342FEBFEDA}" type="pres">
      <dgm:prSet presAssocID="{BF9EC3D0-D9D2-4B81-867F-30779A30120E}" presName="hierChild4" presStyleCnt="0"/>
      <dgm:spPr/>
    </dgm:pt>
    <dgm:pt modelId="{B7BC0A28-5F73-4C3C-9D0B-599014DE477D}" type="pres">
      <dgm:prSet presAssocID="{BF9EC3D0-D9D2-4B81-867F-30779A30120E}" presName="hierChild5" presStyleCnt="0"/>
      <dgm:spPr/>
    </dgm:pt>
    <dgm:pt modelId="{B3CE3E53-7DE6-4714-9832-8140B8818E26}" type="pres">
      <dgm:prSet presAssocID="{BFD0E81C-EFA4-4305-AE42-D4B9DA934DA8}" presName="Name37" presStyleLbl="parChTrans1D2" presStyleIdx="1" presStyleCnt="11"/>
      <dgm:spPr/>
    </dgm:pt>
    <dgm:pt modelId="{B2919C73-D4BB-4D52-BDF9-E405B17A3C83}" type="pres">
      <dgm:prSet presAssocID="{EAE90236-438B-46EC-A3B8-AE6B06A51208}" presName="hierRoot2" presStyleCnt="0">
        <dgm:presLayoutVars>
          <dgm:hierBranch val="init"/>
        </dgm:presLayoutVars>
      </dgm:prSet>
      <dgm:spPr/>
    </dgm:pt>
    <dgm:pt modelId="{8484646A-668B-4841-A26D-74C3DFD515E1}" type="pres">
      <dgm:prSet presAssocID="{EAE90236-438B-46EC-A3B8-AE6B06A51208}" presName="rootComposite" presStyleCnt="0"/>
      <dgm:spPr/>
    </dgm:pt>
    <dgm:pt modelId="{0B0CCF5B-2EA9-4C1F-9E13-E84FCE80861F}" type="pres">
      <dgm:prSet presAssocID="{EAE90236-438B-46EC-A3B8-AE6B06A51208}" presName="rootText" presStyleLbl="node2" presStyleIdx="1" presStyleCnt="11" custScaleX="1078192" custScaleY="836403" custLinFactX="-300000" custLinFactY="-400000" custLinFactNeighborX="-390975" custLinFactNeighborY="-463286">
        <dgm:presLayoutVars>
          <dgm:chPref val="3"/>
        </dgm:presLayoutVars>
      </dgm:prSet>
      <dgm:spPr/>
    </dgm:pt>
    <dgm:pt modelId="{981733A9-137B-41AF-BC06-8BD613EF4687}" type="pres">
      <dgm:prSet presAssocID="{EAE90236-438B-46EC-A3B8-AE6B06A51208}" presName="rootConnector" presStyleLbl="node2" presStyleIdx="1" presStyleCnt="11"/>
      <dgm:spPr/>
    </dgm:pt>
    <dgm:pt modelId="{E6492E5D-704D-4A9D-938F-30067D0C2C5C}" type="pres">
      <dgm:prSet presAssocID="{EAE90236-438B-46EC-A3B8-AE6B06A51208}" presName="hierChild4" presStyleCnt="0"/>
      <dgm:spPr/>
    </dgm:pt>
    <dgm:pt modelId="{26296E62-5848-4E96-8FE1-4F06E8BBD84A}" type="pres">
      <dgm:prSet presAssocID="{EAE90236-438B-46EC-A3B8-AE6B06A51208}" presName="hierChild5" presStyleCnt="0"/>
      <dgm:spPr/>
    </dgm:pt>
    <dgm:pt modelId="{582D5162-C280-4717-9C5E-EAAB6C64944C}" type="pres">
      <dgm:prSet presAssocID="{4900EB94-9E21-4BC7-B553-5C51DE96BD3F}" presName="Name37" presStyleLbl="parChTrans1D2" presStyleIdx="2" presStyleCnt="11"/>
      <dgm:spPr/>
    </dgm:pt>
    <dgm:pt modelId="{05F9802F-A244-4AF8-92C7-EA316196A444}" type="pres">
      <dgm:prSet presAssocID="{0900429C-27D1-40BF-B052-0918F9F8DD65}" presName="hierRoot2" presStyleCnt="0">
        <dgm:presLayoutVars>
          <dgm:hierBranch val="init"/>
        </dgm:presLayoutVars>
      </dgm:prSet>
      <dgm:spPr/>
    </dgm:pt>
    <dgm:pt modelId="{98ABD9FC-952C-45D3-B0C2-ED0AB766DC66}" type="pres">
      <dgm:prSet presAssocID="{0900429C-27D1-40BF-B052-0918F9F8DD65}" presName="rootComposite" presStyleCnt="0"/>
      <dgm:spPr/>
    </dgm:pt>
    <dgm:pt modelId="{CA7516F3-93E4-424D-ADFD-822C958F08AA}" type="pres">
      <dgm:prSet presAssocID="{0900429C-27D1-40BF-B052-0918F9F8DD65}" presName="rootText" presStyleLbl="node2" presStyleIdx="2" presStyleCnt="11" custScaleX="940597" custScaleY="851186" custLinFactX="-247668" custLinFactY="-400000" custLinFactNeighborX="-300000" custLinFactNeighborY="-490784">
        <dgm:presLayoutVars>
          <dgm:chPref val="3"/>
        </dgm:presLayoutVars>
      </dgm:prSet>
      <dgm:spPr/>
    </dgm:pt>
    <dgm:pt modelId="{A402E21C-6755-48E7-8A28-775F1F99EC34}" type="pres">
      <dgm:prSet presAssocID="{0900429C-27D1-40BF-B052-0918F9F8DD65}" presName="rootConnector" presStyleLbl="node2" presStyleIdx="2" presStyleCnt="11"/>
      <dgm:spPr/>
    </dgm:pt>
    <dgm:pt modelId="{3CCF043B-3733-4575-AD53-B0D548451EA5}" type="pres">
      <dgm:prSet presAssocID="{0900429C-27D1-40BF-B052-0918F9F8DD65}" presName="hierChild4" presStyleCnt="0"/>
      <dgm:spPr/>
    </dgm:pt>
    <dgm:pt modelId="{0FA1167F-FE9E-4DE2-BFEA-C170373906BC}" type="pres">
      <dgm:prSet presAssocID="{0900429C-27D1-40BF-B052-0918F9F8DD65}" presName="hierChild5" presStyleCnt="0"/>
      <dgm:spPr/>
    </dgm:pt>
    <dgm:pt modelId="{4CC35CFF-9A38-4709-8296-312E64852872}" type="pres">
      <dgm:prSet presAssocID="{94600803-D47D-4CD9-B9E9-B8C3070F8829}" presName="hierChild3" presStyleCnt="0"/>
      <dgm:spPr/>
    </dgm:pt>
    <dgm:pt modelId="{F4D20B3D-A407-4263-B7C9-227C7C916143}" type="pres">
      <dgm:prSet presAssocID="{F8F4FB55-3A71-4316-83FB-F414381081BD}" presName="hierRoot1" presStyleCnt="0">
        <dgm:presLayoutVars>
          <dgm:hierBranch val="init"/>
        </dgm:presLayoutVars>
      </dgm:prSet>
      <dgm:spPr/>
    </dgm:pt>
    <dgm:pt modelId="{F6A2DD70-B63B-4C44-9AA8-77FA9E6136A3}" type="pres">
      <dgm:prSet presAssocID="{F8F4FB55-3A71-4316-83FB-F414381081BD}" presName="rootComposite1" presStyleCnt="0"/>
      <dgm:spPr/>
    </dgm:pt>
    <dgm:pt modelId="{888ECABC-0F2D-4CD3-A2EB-8657F3E81129}" type="pres">
      <dgm:prSet presAssocID="{F8F4FB55-3A71-4316-83FB-F414381081BD}" presName="rootText1" presStyleLbl="node0" presStyleIdx="2" presStyleCnt="6" custScaleX="1091103" custScaleY="808826" custLinFactX="2162078" custLinFactY="-720331" custLinFactNeighborX="2200000" custLinFactNeighborY="-800000">
        <dgm:presLayoutVars>
          <dgm:chPref val="3"/>
        </dgm:presLayoutVars>
      </dgm:prSet>
      <dgm:spPr/>
    </dgm:pt>
    <dgm:pt modelId="{B0D0A3E7-06C0-4F4F-8D7D-1F3427A9DE3B}" type="pres">
      <dgm:prSet presAssocID="{F8F4FB55-3A71-4316-83FB-F414381081BD}" presName="rootConnector1" presStyleLbl="node1" presStyleIdx="0" presStyleCnt="0"/>
      <dgm:spPr/>
    </dgm:pt>
    <dgm:pt modelId="{3EFCF879-07A5-4DCD-BCDE-17B856316EC9}" type="pres">
      <dgm:prSet presAssocID="{F8F4FB55-3A71-4316-83FB-F414381081BD}" presName="hierChild2" presStyleCnt="0"/>
      <dgm:spPr/>
    </dgm:pt>
    <dgm:pt modelId="{DA925FDB-67F4-4713-819D-800A5C9034DF}" type="pres">
      <dgm:prSet presAssocID="{B5D00A20-859C-4A5A-A495-2466229D91C5}" presName="Name37" presStyleLbl="parChTrans1D2" presStyleIdx="3" presStyleCnt="11"/>
      <dgm:spPr/>
    </dgm:pt>
    <dgm:pt modelId="{29989715-AED5-4E65-BE00-67AF1A951EC6}" type="pres">
      <dgm:prSet presAssocID="{804397E6-F79B-4C33-BD14-93E560198FB2}" presName="hierRoot2" presStyleCnt="0">
        <dgm:presLayoutVars>
          <dgm:hierBranch val="init"/>
        </dgm:presLayoutVars>
      </dgm:prSet>
      <dgm:spPr/>
    </dgm:pt>
    <dgm:pt modelId="{F1759872-0CFA-463A-896A-0D42C6B1F871}" type="pres">
      <dgm:prSet presAssocID="{804397E6-F79B-4C33-BD14-93E560198FB2}" presName="rootComposite" presStyleCnt="0"/>
      <dgm:spPr/>
    </dgm:pt>
    <dgm:pt modelId="{43FD4031-9A91-41ED-B0C1-0E2209C81A92}" type="pres">
      <dgm:prSet presAssocID="{804397E6-F79B-4C33-BD14-93E560198FB2}" presName="rootText" presStyleLbl="node2" presStyleIdx="3" presStyleCnt="11" custScaleX="889473" custScaleY="868925" custLinFactX="2100000" custLinFactY="-600000" custLinFactNeighborX="2187695" custLinFactNeighborY="-604094">
        <dgm:presLayoutVars>
          <dgm:chPref val="3"/>
        </dgm:presLayoutVars>
      </dgm:prSet>
      <dgm:spPr/>
    </dgm:pt>
    <dgm:pt modelId="{17DDA2C5-ACC3-4659-BBEB-EF785071B1F4}" type="pres">
      <dgm:prSet presAssocID="{804397E6-F79B-4C33-BD14-93E560198FB2}" presName="rootConnector" presStyleLbl="node2" presStyleIdx="3" presStyleCnt="11"/>
      <dgm:spPr/>
    </dgm:pt>
    <dgm:pt modelId="{2E59701C-428D-4447-8684-B85E3C66096A}" type="pres">
      <dgm:prSet presAssocID="{804397E6-F79B-4C33-BD14-93E560198FB2}" presName="hierChild4" presStyleCnt="0"/>
      <dgm:spPr/>
    </dgm:pt>
    <dgm:pt modelId="{0DC2503A-337F-4E92-A19F-4B7804CBAFD9}" type="pres">
      <dgm:prSet presAssocID="{804397E6-F79B-4C33-BD14-93E560198FB2}" presName="hierChild5" presStyleCnt="0"/>
      <dgm:spPr/>
    </dgm:pt>
    <dgm:pt modelId="{C0FBED4F-3FDF-46B7-A1C4-D4BBA632F0F5}" type="pres">
      <dgm:prSet presAssocID="{1CF16EAB-37BA-445C-B238-876943D22610}" presName="Name37" presStyleLbl="parChTrans1D2" presStyleIdx="4" presStyleCnt="11"/>
      <dgm:spPr/>
    </dgm:pt>
    <dgm:pt modelId="{2BDA21D3-6324-4E6C-9867-1B81FE431BAA}" type="pres">
      <dgm:prSet presAssocID="{A7CCC6CB-AC83-4346-967F-FAE538DF8B36}" presName="hierRoot2" presStyleCnt="0">
        <dgm:presLayoutVars>
          <dgm:hierBranch val="init"/>
        </dgm:presLayoutVars>
      </dgm:prSet>
      <dgm:spPr/>
    </dgm:pt>
    <dgm:pt modelId="{E61437AB-9D4B-4DF7-B229-5001822D0676}" type="pres">
      <dgm:prSet presAssocID="{A7CCC6CB-AC83-4346-967F-FAE538DF8B36}" presName="rootComposite" presStyleCnt="0"/>
      <dgm:spPr/>
    </dgm:pt>
    <dgm:pt modelId="{AB9D7EAE-3AE7-4879-AAA3-69306C94EDB7}" type="pres">
      <dgm:prSet presAssocID="{A7CCC6CB-AC83-4346-967F-FAE538DF8B36}" presName="rootText" presStyleLbl="node2" presStyleIdx="4" presStyleCnt="11" custScaleX="1020638" custScaleY="816390" custLinFactX="2200000" custLinFactY="-600000" custLinFactNeighborX="2250205" custLinFactNeighborY="-602920">
        <dgm:presLayoutVars>
          <dgm:chPref val="3"/>
        </dgm:presLayoutVars>
      </dgm:prSet>
      <dgm:spPr/>
    </dgm:pt>
    <dgm:pt modelId="{409744F6-20F7-425E-8024-EF96C6A8A32D}" type="pres">
      <dgm:prSet presAssocID="{A7CCC6CB-AC83-4346-967F-FAE538DF8B36}" presName="rootConnector" presStyleLbl="node2" presStyleIdx="4" presStyleCnt="11"/>
      <dgm:spPr/>
    </dgm:pt>
    <dgm:pt modelId="{BC2517CF-3A42-4F06-AE04-D9463F8D488B}" type="pres">
      <dgm:prSet presAssocID="{A7CCC6CB-AC83-4346-967F-FAE538DF8B36}" presName="hierChild4" presStyleCnt="0"/>
      <dgm:spPr/>
    </dgm:pt>
    <dgm:pt modelId="{D7C870E8-F828-46BC-B11E-9E25CDA6B70D}" type="pres">
      <dgm:prSet presAssocID="{A7CCC6CB-AC83-4346-967F-FAE538DF8B36}" presName="hierChild5" presStyleCnt="0"/>
      <dgm:spPr/>
    </dgm:pt>
    <dgm:pt modelId="{DFBA1AB0-56EF-443D-8029-DB493EDE7A1B}" type="pres">
      <dgm:prSet presAssocID="{F8F4FB55-3A71-4316-83FB-F414381081BD}" presName="hierChild3" presStyleCnt="0"/>
      <dgm:spPr/>
    </dgm:pt>
    <dgm:pt modelId="{E1D82026-3030-42F2-B8B9-029BE69B8125}" type="pres">
      <dgm:prSet presAssocID="{A2A8FAFC-2CE9-4C35-B05D-8D30F26263CB}" presName="hierRoot1" presStyleCnt="0">
        <dgm:presLayoutVars>
          <dgm:hierBranch val="init"/>
        </dgm:presLayoutVars>
      </dgm:prSet>
      <dgm:spPr/>
    </dgm:pt>
    <dgm:pt modelId="{02992A61-4052-4393-BCAB-46B8AF0852A2}" type="pres">
      <dgm:prSet presAssocID="{A2A8FAFC-2CE9-4C35-B05D-8D30F26263CB}" presName="rootComposite1" presStyleCnt="0"/>
      <dgm:spPr/>
    </dgm:pt>
    <dgm:pt modelId="{A2C44E06-341E-4C28-A19E-695097DC0DC5}" type="pres">
      <dgm:prSet presAssocID="{A2A8FAFC-2CE9-4C35-B05D-8D30F26263CB}" presName="rootText1" presStyleLbl="node0" presStyleIdx="3" presStyleCnt="6" custScaleX="1114870" custScaleY="915377" custLinFactX="-2500000" custLinFactY="700000" custLinFactNeighborX="-2582725" custLinFactNeighborY="717839">
        <dgm:presLayoutVars>
          <dgm:chPref val="3"/>
        </dgm:presLayoutVars>
      </dgm:prSet>
      <dgm:spPr/>
    </dgm:pt>
    <dgm:pt modelId="{9261DEA4-012B-48A4-B056-915F6B16855D}" type="pres">
      <dgm:prSet presAssocID="{A2A8FAFC-2CE9-4C35-B05D-8D30F26263CB}" presName="rootConnector1" presStyleLbl="node1" presStyleIdx="0" presStyleCnt="0"/>
      <dgm:spPr/>
    </dgm:pt>
    <dgm:pt modelId="{F89C56C5-D61D-4F0E-A5FC-47AE01498EC8}" type="pres">
      <dgm:prSet presAssocID="{A2A8FAFC-2CE9-4C35-B05D-8D30F26263CB}" presName="hierChild2" presStyleCnt="0"/>
      <dgm:spPr/>
    </dgm:pt>
    <dgm:pt modelId="{FB5C1EBD-DC9B-4896-BEE7-105A7EB72D01}" type="pres">
      <dgm:prSet presAssocID="{B61FBF7C-EB74-4BE1-AD7F-4F70EA9315CD}" presName="Name37" presStyleLbl="parChTrans1D2" presStyleIdx="5" presStyleCnt="11"/>
      <dgm:spPr/>
    </dgm:pt>
    <dgm:pt modelId="{58CCB091-2E22-4460-8CE9-9E2C96A0992C}" type="pres">
      <dgm:prSet presAssocID="{992553A7-AF80-411B-9807-13337DCCEDFB}" presName="hierRoot2" presStyleCnt="0">
        <dgm:presLayoutVars>
          <dgm:hierBranch val="init"/>
        </dgm:presLayoutVars>
      </dgm:prSet>
      <dgm:spPr/>
    </dgm:pt>
    <dgm:pt modelId="{7FBEA5CD-AD14-486C-8FAF-182381619DCF}" type="pres">
      <dgm:prSet presAssocID="{992553A7-AF80-411B-9807-13337DCCEDFB}" presName="rootComposite" presStyleCnt="0"/>
      <dgm:spPr/>
    </dgm:pt>
    <dgm:pt modelId="{1929B137-8E6C-4FE3-B356-32A49AF29814}" type="pres">
      <dgm:prSet presAssocID="{992553A7-AF80-411B-9807-13337DCCEDFB}" presName="rootText" presStyleLbl="node2" presStyleIdx="5" presStyleCnt="11" custScaleX="908849" custScaleY="983395" custLinFactX="-2563122" custLinFactY="810021" custLinFactNeighborX="-2600000" custLinFactNeighborY="900000">
        <dgm:presLayoutVars>
          <dgm:chPref val="3"/>
        </dgm:presLayoutVars>
      </dgm:prSet>
      <dgm:spPr/>
    </dgm:pt>
    <dgm:pt modelId="{4CDE8DA7-4757-4F0B-8108-728777592891}" type="pres">
      <dgm:prSet presAssocID="{992553A7-AF80-411B-9807-13337DCCEDFB}" presName="rootConnector" presStyleLbl="node2" presStyleIdx="5" presStyleCnt="11"/>
      <dgm:spPr/>
    </dgm:pt>
    <dgm:pt modelId="{48EA9510-2241-4B38-9EA4-E327A4653DE5}" type="pres">
      <dgm:prSet presAssocID="{992553A7-AF80-411B-9807-13337DCCEDFB}" presName="hierChild4" presStyleCnt="0"/>
      <dgm:spPr/>
    </dgm:pt>
    <dgm:pt modelId="{6E429F35-CADD-4EAE-ACA1-9BD04854A715}" type="pres">
      <dgm:prSet presAssocID="{992553A7-AF80-411B-9807-13337DCCEDFB}" presName="hierChild5" presStyleCnt="0"/>
      <dgm:spPr/>
    </dgm:pt>
    <dgm:pt modelId="{5F2CBAFB-DF14-4BFE-A4BF-BB74B91AD48D}" type="pres">
      <dgm:prSet presAssocID="{B2915250-0411-41BB-BDC2-2F221112DFDF}" presName="Name37" presStyleLbl="parChTrans1D2" presStyleIdx="6" presStyleCnt="11"/>
      <dgm:spPr/>
    </dgm:pt>
    <dgm:pt modelId="{6389BF75-3A54-441F-8E17-DB585433EFBE}" type="pres">
      <dgm:prSet presAssocID="{8621908D-0F35-4804-A184-0A4FEAF1C289}" presName="hierRoot2" presStyleCnt="0">
        <dgm:presLayoutVars>
          <dgm:hierBranch val="init"/>
        </dgm:presLayoutVars>
      </dgm:prSet>
      <dgm:spPr/>
    </dgm:pt>
    <dgm:pt modelId="{9EAB3DE6-0D81-4B39-8FE8-CB8C73B39C3D}" type="pres">
      <dgm:prSet presAssocID="{8621908D-0F35-4804-A184-0A4FEAF1C289}" presName="rootComposite" presStyleCnt="0"/>
      <dgm:spPr/>
    </dgm:pt>
    <dgm:pt modelId="{2993E851-FD03-4BF6-BC82-79BD6CBD108A}" type="pres">
      <dgm:prSet presAssocID="{8621908D-0F35-4804-A184-0A4FEAF1C289}" presName="rootText" presStyleLbl="node2" presStyleIdx="6" presStyleCnt="11" custScaleX="1042871" custScaleY="923937" custLinFactX="-2500000" custLinFactY="809125" custLinFactNeighborX="-2509632" custLinFactNeighborY="900000">
        <dgm:presLayoutVars>
          <dgm:chPref val="3"/>
        </dgm:presLayoutVars>
      </dgm:prSet>
      <dgm:spPr/>
    </dgm:pt>
    <dgm:pt modelId="{5DE5AFD1-FBD1-47B3-9FB3-3DF76E193320}" type="pres">
      <dgm:prSet presAssocID="{8621908D-0F35-4804-A184-0A4FEAF1C289}" presName="rootConnector" presStyleLbl="node2" presStyleIdx="6" presStyleCnt="11"/>
      <dgm:spPr/>
    </dgm:pt>
    <dgm:pt modelId="{89F6560B-6E09-40FB-985D-3D19DC6C29F9}" type="pres">
      <dgm:prSet presAssocID="{8621908D-0F35-4804-A184-0A4FEAF1C289}" presName="hierChild4" presStyleCnt="0"/>
      <dgm:spPr/>
    </dgm:pt>
    <dgm:pt modelId="{157B7A58-2439-40B3-ACA5-B323C2C2CB13}" type="pres">
      <dgm:prSet presAssocID="{8621908D-0F35-4804-A184-0A4FEAF1C289}" presName="hierChild5" presStyleCnt="0"/>
      <dgm:spPr/>
    </dgm:pt>
    <dgm:pt modelId="{023DCB36-F8BF-42E6-997C-AEF52261AEA6}" type="pres">
      <dgm:prSet presAssocID="{A2A8FAFC-2CE9-4C35-B05D-8D30F26263CB}" presName="hierChild3" presStyleCnt="0"/>
      <dgm:spPr/>
    </dgm:pt>
    <dgm:pt modelId="{0583B556-1259-45B5-8122-4A1A32753B3D}" type="pres">
      <dgm:prSet presAssocID="{5B0C6760-BE5F-4889-B2A0-B4D6D7657077}" presName="hierRoot1" presStyleCnt="0">
        <dgm:presLayoutVars>
          <dgm:hierBranch val="init"/>
        </dgm:presLayoutVars>
      </dgm:prSet>
      <dgm:spPr/>
    </dgm:pt>
    <dgm:pt modelId="{7F5F2441-FB1F-4397-B758-3B244A586A2C}" type="pres">
      <dgm:prSet presAssocID="{5B0C6760-BE5F-4889-B2A0-B4D6D7657077}" presName="rootComposite1" presStyleCnt="0"/>
      <dgm:spPr/>
    </dgm:pt>
    <dgm:pt modelId="{BFB3524A-7E5C-4C08-BF99-A2DA7DF30091}" type="pres">
      <dgm:prSet presAssocID="{5B0C6760-BE5F-4889-B2A0-B4D6D7657077}" presName="rootText1" presStyleLbl="node0" presStyleIdx="4" presStyleCnt="6" custScaleX="1091103" custScaleY="808826" custLinFactX="-1600000" custLinFactNeighborX="-1624258" custLinFactNeighborY="-64315">
        <dgm:presLayoutVars>
          <dgm:chPref val="3"/>
        </dgm:presLayoutVars>
      </dgm:prSet>
      <dgm:spPr/>
    </dgm:pt>
    <dgm:pt modelId="{B09BD71F-86AB-486D-ABDE-AA1CB7F5C796}" type="pres">
      <dgm:prSet presAssocID="{5B0C6760-BE5F-4889-B2A0-B4D6D7657077}" presName="rootConnector1" presStyleLbl="node1" presStyleIdx="0" presStyleCnt="0"/>
      <dgm:spPr/>
    </dgm:pt>
    <dgm:pt modelId="{7F049BD3-F36E-4DEF-B4AD-D629595823DA}" type="pres">
      <dgm:prSet presAssocID="{5B0C6760-BE5F-4889-B2A0-B4D6D7657077}" presName="hierChild2" presStyleCnt="0"/>
      <dgm:spPr/>
    </dgm:pt>
    <dgm:pt modelId="{505268B7-E51B-4C9D-9AA4-5A89D0E2F999}" type="pres">
      <dgm:prSet presAssocID="{CEFB855A-8C69-4922-9D7F-C0EF893DF640}" presName="Name37" presStyleLbl="parChTrans1D2" presStyleIdx="7" presStyleCnt="11"/>
      <dgm:spPr/>
    </dgm:pt>
    <dgm:pt modelId="{D2B69E54-11B7-481F-A6CD-9B433F2E5108}" type="pres">
      <dgm:prSet presAssocID="{DD968F7D-0F0D-4583-95B7-9BE107C8B6A4}" presName="hierRoot2" presStyleCnt="0">
        <dgm:presLayoutVars>
          <dgm:hierBranch val="init"/>
        </dgm:presLayoutVars>
      </dgm:prSet>
      <dgm:spPr/>
    </dgm:pt>
    <dgm:pt modelId="{F69B824E-0572-4AB0-AE6E-CBB149AF1C5B}" type="pres">
      <dgm:prSet presAssocID="{DD968F7D-0F0D-4583-95B7-9BE107C8B6A4}" presName="rootComposite" presStyleCnt="0"/>
      <dgm:spPr/>
    </dgm:pt>
    <dgm:pt modelId="{67532FFA-7945-4C92-A195-3EF209BC5E45}" type="pres">
      <dgm:prSet presAssocID="{DD968F7D-0F0D-4583-95B7-9BE107C8B6A4}" presName="rootText" presStyleLbl="node2" presStyleIdx="7" presStyleCnt="11" custScaleX="889473" custScaleY="868925" custLinFactX="-1604655" custLinFactY="100000" custLinFactNeighborX="-1700000" custLinFactNeighborY="127867">
        <dgm:presLayoutVars>
          <dgm:chPref val="3"/>
        </dgm:presLayoutVars>
      </dgm:prSet>
      <dgm:spPr/>
    </dgm:pt>
    <dgm:pt modelId="{A3A4B9E4-90F5-4850-BCC2-8D3F728E692F}" type="pres">
      <dgm:prSet presAssocID="{DD968F7D-0F0D-4583-95B7-9BE107C8B6A4}" presName="rootConnector" presStyleLbl="node2" presStyleIdx="7" presStyleCnt="11"/>
      <dgm:spPr/>
    </dgm:pt>
    <dgm:pt modelId="{DF755E4D-A1D3-4D27-B4E4-FCDFF0D39CD0}" type="pres">
      <dgm:prSet presAssocID="{DD968F7D-0F0D-4583-95B7-9BE107C8B6A4}" presName="hierChild4" presStyleCnt="0"/>
      <dgm:spPr/>
    </dgm:pt>
    <dgm:pt modelId="{F4F01AC3-EFCA-440B-A08B-624C3242CD2A}" type="pres">
      <dgm:prSet presAssocID="{DD968F7D-0F0D-4583-95B7-9BE107C8B6A4}" presName="hierChild5" presStyleCnt="0"/>
      <dgm:spPr/>
    </dgm:pt>
    <dgm:pt modelId="{24C309F4-F253-46B4-8F2B-5B97E61CE7E4}" type="pres">
      <dgm:prSet presAssocID="{3D2C11F5-101B-4897-B0A9-A2667FC47988}" presName="Name37" presStyleLbl="parChTrans1D2" presStyleIdx="8" presStyleCnt="11"/>
      <dgm:spPr/>
    </dgm:pt>
    <dgm:pt modelId="{99E32B76-E542-48A7-855C-B83BB9DCEC41}" type="pres">
      <dgm:prSet presAssocID="{AD33D47E-0405-4CBD-A278-B6064BD3358D}" presName="hierRoot2" presStyleCnt="0">
        <dgm:presLayoutVars>
          <dgm:hierBranch val="init"/>
        </dgm:presLayoutVars>
      </dgm:prSet>
      <dgm:spPr/>
    </dgm:pt>
    <dgm:pt modelId="{D216A7C5-2B62-47EC-9B58-2AD45C2560BD}" type="pres">
      <dgm:prSet presAssocID="{AD33D47E-0405-4CBD-A278-B6064BD3358D}" presName="rootComposite" presStyleCnt="0"/>
      <dgm:spPr/>
    </dgm:pt>
    <dgm:pt modelId="{72552F3A-3FFB-47FF-9994-7930114518EF}" type="pres">
      <dgm:prSet presAssocID="{AD33D47E-0405-4CBD-A278-B6064BD3358D}" presName="rootText" presStyleLbl="node2" presStyleIdx="8" presStyleCnt="11" custScaleX="1020638" custScaleY="816390" custLinFactX="-1551165" custLinFactY="100000" custLinFactNeighborX="-1600000" custLinFactNeighborY="125337">
        <dgm:presLayoutVars>
          <dgm:chPref val="3"/>
        </dgm:presLayoutVars>
      </dgm:prSet>
      <dgm:spPr/>
    </dgm:pt>
    <dgm:pt modelId="{504E6C36-C813-4A46-899D-C73152F41F24}" type="pres">
      <dgm:prSet presAssocID="{AD33D47E-0405-4CBD-A278-B6064BD3358D}" presName="rootConnector" presStyleLbl="node2" presStyleIdx="8" presStyleCnt="11"/>
      <dgm:spPr/>
    </dgm:pt>
    <dgm:pt modelId="{DE26E318-59CD-4DDA-AF75-BA92E56D090F}" type="pres">
      <dgm:prSet presAssocID="{AD33D47E-0405-4CBD-A278-B6064BD3358D}" presName="hierChild4" presStyleCnt="0"/>
      <dgm:spPr/>
    </dgm:pt>
    <dgm:pt modelId="{6E2A44C2-05B3-4A12-9F89-6F0818A6B47F}" type="pres">
      <dgm:prSet presAssocID="{AD33D47E-0405-4CBD-A278-B6064BD3358D}" presName="hierChild5" presStyleCnt="0"/>
      <dgm:spPr/>
    </dgm:pt>
    <dgm:pt modelId="{AD67614D-5C60-4085-9288-A1B5F7E73FC1}" type="pres">
      <dgm:prSet presAssocID="{5B0C6760-BE5F-4889-B2A0-B4D6D7657077}" presName="hierChild3" presStyleCnt="0"/>
      <dgm:spPr/>
    </dgm:pt>
    <dgm:pt modelId="{8EDAE05A-465F-463E-A023-1AB8F55AB29A}" type="pres">
      <dgm:prSet presAssocID="{9BBA1EC6-22C8-4DF3-9666-9D21BD3F5A81}" presName="hierRoot1" presStyleCnt="0">
        <dgm:presLayoutVars>
          <dgm:hierBranch val="init"/>
        </dgm:presLayoutVars>
      </dgm:prSet>
      <dgm:spPr/>
    </dgm:pt>
    <dgm:pt modelId="{87EEF157-858C-4742-B4D3-83B8027A91CF}" type="pres">
      <dgm:prSet presAssocID="{9BBA1EC6-22C8-4DF3-9666-9D21BD3F5A81}" presName="rootComposite1" presStyleCnt="0"/>
      <dgm:spPr/>
    </dgm:pt>
    <dgm:pt modelId="{912ADA88-19EB-40C1-89E5-32A5C51C373D}" type="pres">
      <dgm:prSet presAssocID="{9BBA1EC6-22C8-4DF3-9666-9D21BD3F5A81}" presName="rootText1" presStyleLbl="node0" presStyleIdx="5" presStyleCnt="6" custScaleX="1027314" custScaleY="928279" custLinFactX="-700000" custLinFactY="659695" custLinFactNeighborX="-720448" custLinFactNeighborY="700000">
        <dgm:presLayoutVars>
          <dgm:chPref val="3"/>
        </dgm:presLayoutVars>
      </dgm:prSet>
      <dgm:spPr/>
    </dgm:pt>
    <dgm:pt modelId="{2429E2A0-E986-48B0-81C5-260B35A80352}" type="pres">
      <dgm:prSet presAssocID="{9BBA1EC6-22C8-4DF3-9666-9D21BD3F5A81}" presName="rootConnector1" presStyleLbl="node1" presStyleIdx="0" presStyleCnt="0"/>
      <dgm:spPr/>
    </dgm:pt>
    <dgm:pt modelId="{B6C23F84-B9FF-4469-B3C7-C0DABD89E641}" type="pres">
      <dgm:prSet presAssocID="{9BBA1EC6-22C8-4DF3-9666-9D21BD3F5A81}" presName="hierChild2" presStyleCnt="0"/>
      <dgm:spPr/>
    </dgm:pt>
    <dgm:pt modelId="{D3EEF34E-D9D2-4FF6-9085-A30C91781A86}" type="pres">
      <dgm:prSet presAssocID="{260C61DB-BF84-447A-8E6A-5637E0229B6C}" presName="Name37" presStyleLbl="parChTrans1D2" presStyleIdx="9" presStyleCnt="11"/>
      <dgm:spPr/>
    </dgm:pt>
    <dgm:pt modelId="{5CC0A385-E3BE-45C7-A35D-607B3EF72F1F}" type="pres">
      <dgm:prSet presAssocID="{8AEBFF23-B902-4964-9277-773819204BF9}" presName="hierRoot2" presStyleCnt="0">
        <dgm:presLayoutVars>
          <dgm:hierBranch val="init"/>
        </dgm:presLayoutVars>
      </dgm:prSet>
      <dgm:spPr/>
    </dgm:pt>
    <dgm:pt modelId="{1C66D852-8A1E-4056-A766-E0C28DE8444B}" type="pres">
      <dgm:prSet presAssocID="{8AEBFF23-B902-4964-9277-773819204BF9}" presName="rootComposite" presStyleCnt="0"/>
      <dgm:spPr/>
    </dgm:pt>
    <dgm:pt modelId="{9E1A2695-726A-466C-A539-626C6A6191FC}" type="pres">
      <dgm:prSet presAssocID="{8AEBFF23-B902-4964-9277-773819204BF9}" presName="rootText" presStyleLbl="node2" presStyleIdx="9" presStyleCnt="11" custScaleX="837472" custScaleY="997254" custLinFactX="-732053" custLinFactY="800000" custLinFactNeighborX="-800000" custLinFactNeighborY="851877">
        <dgm:presLayoutVars>
          <dgm:chPref val="3"/>
        </dgm:presLayoutVars>
      </dgm:prSet>
      <dgm:spPr/>
    </dgm:pt>
    <dgm:pt modelId="{97B7B80F-64E8-47D2-8B1D-09B08212A04C}" type="pres">
      <dgm:prSet presAssocID="{8AEBFF23-B902-4964-9277-773819204BF9}" presName="rootConnector" presStyleLbl="node2" presStyleIdx="9" presStyleCnt="11"/>
      <dgm:spPr/>
    </dgm:pt>
    <dgm:pt modelId="{860CDA9A-985B-4BBA-8991-3444776D2496}" type="pres">
      <dgm:prSet presAssocID="{8AEBFF23-B902-4964-9277-773819204BF9}" presName="hierChild4" presStyleCnt="0"/>
      <dgm:spPr/>
    </dgm:pt>
    <dgm:pt modelId="{8E508131-FC6D-48A1-8C3E-CCD51BF57753}" type="pres">
      <dgm:prSet presAssocID="{8AEBFF23-B902-4964-9277-773819204BF9}" presName="hierChild5" presStyleCnt="0"/>
      <dgm:spPr/>
    </dgm:pt>
    <dgm:pt modelId="{8BDB8B22-3AAD-43BA-9274-7333EA1F03FF}" type="pres">
      <dgm:prSet presAssocID="{F0CB1700-6A33-4004-85D1-DC7F217CE763}" presName="Name37" presStyleLbl="parChTrans1D2" presStyleIdx="10" presStyleCnt="11"/>
      <dgm:spPr/>
    </dgm:pt>
    <dgm:pt modelId="{8166F841-4B09-48F0-923F-B4FB7D4BEB46}" type="pres">
      <dgm:prSet presAssocID="{0F70D04F-07C0-43EC-ADC6-E8862CBD4949}" presName="hierRoot2" presStyleCnt="0">
        <dgm:presLayoutVars>
          <dgm:hierBranch val="init"/>
        </dgm:presLayoutVars>
      </dgm:prSet>
      <dgm:spPr/>
    </dgm:pt>
    <dgm:pt modelId="{7C98DE06-8252-4AFA-8D93-6095861DBE2B}" type="pres">
      <dgm:prSet presAssocID="{0F70D04F-07C0-43EC-ADC6-E8862CBD4949}" presName="rootComposite" presStyleCnt="0"/>
      <dgm:spPr/>
    </dgm:pt>
    <dgm:pt modelId="{74325ABA-4803-4AB5-AB0C-7F59CE60772F}" type="pres">
      <dgm:prSet presAssocID="{0F70D04F-07C0-43EC-ADC6-E8862CBD4949}" presName="rootText" presStyleLbl="node2" presStyleIdx="10" presStyleCnt="11" custScaleX="960969" custScaleY="936960" custLinFactX="-678563" custLinFactY="800000" custLinFactNeighborX="-700000" custLinFactNeighborY="867705">
        <dgm:presLayoutVars>
          <dgm:chPref val="3"/>
        </dgm:presLayoutVars>
      </dgm:prSet>
      <dgm:spPr/>
    </dgm:pt>
    <dgm:pt modelId="{B730B0BB-8C86-424B-94FD-09B3AADC073E}" type="pres">
      <dgm:prSet presAssocID="{0F70D04F-07C0-43EC-ADC6-E8862CBD4949}" presName="rootConnector" presStyleLbl="node2" presStyleIdx="10" presStyleCnt="11"/>
      <dgm:spPr/>
    </dgm:pt>
    <dgm:pt modelId="{58C282C5-11C5-43EB-AF85-39C436CB4B84}" type="pres">
      <dgm:prSet presAssocID="{0F70D04F-07C0-43EC-ADC6-E8862CBD4949}" presName="hierChild4" presStyleCnt="0"/>
      <dgm:spPr/>
    </dgm:pt>
    <dgm:pt modelId="{5EC77F97-B66A-4219-A1A0-8BAADD83646D}" type="pres">
      <dgm:prSet presAssocID="{0F70D04F-07C0-43EC-ADC6-E8862CBD4949}" presName="hierChild5" presStyleCnt="0"/>
      <dgm:spPr/>
    </dgm:pt>
    <dgm:pt modelId="{2133B662-5A9C-44C7-81DE-9228336DFD86}" type="pres">
      <dgm:prSet presAssocID="{9BBA1EC6-22C8-4DF3-9666-9D21BD3F5A81}" presName="hierChild3" presStyleCnt="0"/>
      <dgm:spPr/>
    </dgm:pt>
  </dgm:ptLst>
  <dgm:cxnLst>
    <dgm:cxn modelId="{20D2C602-1175-4A19-934A-92D8D0A94867}" type="presOf" srcId="{6BDF7EC4-8B6C-4E4A-8AE5-D0C8AFB4F437}" destId="{729206E2-07CE-4E62-A595-77EFE8495DD5}" srcOrd="1" destOrd="0" presId="urn:microsoft.com/office/officeart/2005/8/layout/orgChart1"/>
    <dgm:cxn modelId="{1F68690B-0D2A-49B6-A037-52E82EA79935}" type="presOf" srcId="{CEFB855A-8C69-4922-9D7F-C0EF893DF640}" destId="{505268B7-E51B-4C9D-9AA4-5A89D0E2F999}" srcOrd="0" destOrd="0" presId="urn:microsoft.com/office/officeart/2005/8/layout/orgChart1"/>
    <dgm:cxn modelId="{84C3BE0D-6DCB-47AE-A2F6-0E5C6E06B36E}" srcId="{A2A8FAFC-2CE9-4C35-B05D-8D30F26263CB}" destId="{8621908D-0F35-4804-A184-0A4FEAF1C289}" srcOrd="1" destOrd="0" parTransId="{B2915250-0411-41BB-BDC2-2F221112DFDF}" sibTransId="{01A44C43-673B-4A29-B1C9-BD7FE58606B4}"/>
    <dgm:cxn modelId="{5C3D9D0F-8104-47E0-B442-8CD0DBD544BA}" type="presOf" srcId="{DD968F7D-0F0D-4583-95B7-9BE107C8B6A4}" destId="{A3A4B9E4-90F5-4850-BCC2-8D3F728E692F}" srcOrd="1" destOrd="0" presId="urn:microsoft.com/office/officeart/2005/8/layout/orgChart1"/>
    <dgm:cxn modelId="{410A3E11-265D-4207-98A3-B5B9DB3FF5F0}" type="presOf" srcId="{9BBA1EC6-22C8-4DF3-9666-9D21BD3F5A81}" destId="{912ADA88-19EB-40C1-89E5-32A5C51C373D}" srcOrd="0" destOrd="0" presId="urn:microsoft.com/office/officeart/2005/8/layout/orgChart1"/>
    <dgm:cxn modelId="{01441212-21FA-4788-B6D6-6D89C5BBCB49}" type="presOf" srcId="{A7CCC6CB-AC83-4346-967F-FAE538DF8B36}" destId="{AB9D7EAE-3AE7-4879-AAA3-69306C94EDB7}" srcOrd="0" destOrd="0" presId="urn:microsoft.com/office/officeart/2005/8/layout/orgChart1"/>
    <dgm:cxn modelId="{9F523814-756A-4410-8381-28E3707C27F1}" srcId="{0162C70F-4407-4E8A-AFC0-D6EFAFD02F43}" destId="{9BBA1EC6-22C8-4DF3-9666-9D21BD3F5A81}" srcOrd="5" destOrd="0" parTransId="{389A86E3-6D41-452A-950A-DEC261F5C646}" sibTransId="{E6CB14B3-5832-4DAD-BBE9-9C8767078FA2}"/>
    <dgm:cxn modelId="{9B41CC14-8D45-43BC-918C-0366D8E1DA3F}" type="presOf" srcId="{A2A8FAFC-2CE9-4C35-B05D-8D30F26263CB}" destId="{A2C44E06-341E-4C28-A19E-695097DC0DC5}" srcOrd="0" destOrd="0" presId="urn:microsoft.com/office/officeart/2005/8/layout/orgChart1"/>
    <dgm:cxn modelId="{5169BD15-6DAA-4B6F-BCBD-D0FC338237B0}" type="presOf" srcId="{1CF16EAB-37BA-445C-B238-876943D22610}" destId="{C0FBED4F-3FDF-46B7-A1C4-D4BBA632F0F5}" srcOrd="0" destOrd="0" presId="urn:microsoft.com/office/officeart/2005/8/layout/orgChart1"/>
    <dgm:cxn modelId="{62A7DD18-8B5F-4CCB-801F-68804FFB8A56}" type="presOf" srcId="{A2A8FAFC-2CE9-4C35-B05D-8D30F26263CB}" destId="{9261DEA4-012B-48A4-B056-915F6B16855D}" srcOrd="1" destOrd="0" presId="urn:microsoft.com/office/officeart/2005/8/layout/orgChart1"/>
    <dgm:cxn modelId="{65641924-FCBD-4DE8-BCC9-4932A8141F51}" type="presOf" srcId="{5B0C6760-BE5F-4889-B2A0-B4D6D7657077}" destId="{B09BD71F-86AB-486D-ABDE-AA1CB7F5C796}" srcOrd="1" destOrd="0" presId="urn:microsoft.com/office/officeart/2005/8/layout/orgChart1"/>
    <dgm:cxn modelId="{DD380E29-0140-4C10-BBFC-AAAFAB110D09}" type="presOf" srcId="{B2915250-0411-41BB-BDC2-2F221112DFDF}" destId="{5F2CBAFB-DF14-4BFE-A4BF-BB74B91AD48D}" srcOrd="0" destOrd="0" presId="urn:microsoft.com/office/officeart/2005/8/layout/orgChart1"/>
    <dgm:cxn modelId="{BA1E712D-77E8-4C99-8FF4-2882F78581D0}" srcId="{0162C70F-4407-4E8A-AFC0-D6EFAFD02F43}" destId="{5B0C6760-BE5F-4889-B2A0-B4D6D7657077}" srcOrd="4" destOrd="0" parTransId="{21812A86-298B-443B-A994-5C574885CD61}" sibTransId="{03006D96-5826-443C-B9E6-03C349E9FF7A}"/>
    <dgm:cxn modelId="{1084E73E-3B3F-4414-9CA9-17A4E4C5B7B2}" srcId="{F8F4FB55-3A71-4316-83FB-F414381081BD}" destId="{A7CCC6CB-AC83-4346-967F-FAE538DF8B36}" srcOrd="1" destOrd="0" parTransId="{1CF16EAB-37BA-445C-B238-876943D22610}" sibTransId="{D232D0D6-AA02-45FF-A550-F22A24AF079C}"/>
    <dgm:cxn modelId="{2E918440-A7F9-4645-A326-81A2A3ED6549}" type="presOf" srcId="{5B0C6760-BE5F-4889-B2A0-B4D6D7657077}" destId="{BFB3524A-7E5C-4C08-BF99-A2DA7DF30091}" srcOrd="0" destOrd="0" presId="urn:microsoft.com/office/officeart/2005/8/layout/orgChart1"/>
    <dgm:cxn modelId="{84641F41-FAD6-415D-909D-DAEB3632E920}" type="presOf" srcId="{992553A7-AF80-411B-9807-13337DCCEDFB}" destId="{1929B137-8E6C-4FE3-B356-32A49AF29814}" srcOrd="0" destOrd="0" presId="urn:microsoft.com/office/officeart/2005/8/layout/orgChart1"/>
    <dgm:cxn modelId="{7B037144-6858-4B11-85E6-1E883A8DB774}" type="presOf" srcId="{9BBA1EC6-22C8-4DF3-9666-9D21BD3F5A81}" destId="{2429E2A0-E986-48B0-81C5-260B35A80352}" srcOrd="1" destOrd="0" presId="urn:microsoft.com/office/officeart/2005/8/layout/orgChart1"/>
    <dgm:cxn modelId="{FDA77B48-EF41-4136-9520-7216984DA820}" type="presOf" srcId="{8AEBFF23-B902-4964-9277-773819204BF9}" destId="{97B7B80F-64E8-47D2-8B1D-09B08212A04C}" srcOrd="1" destOrd="0" presId="urn:microsoft.com/office/officeart/2005/8/layout/orgChart1"/>
    <dgm:cxn modelId="{FE44B468-785C-49D4-91A0-FEE148DC14A2}" type="presOf" srcId="{992553A7-AF80-411B-9807-13337DCCEDFB}" destId="{4CDE8DA7-4757-4F0B-8108-728777592891}" srcOrd="1" destOrd="0" presId="urn:microsoft.com/office/officeart/2005/8/layout/orgChart1"/>
    <dgm:cxn modelId="{C71BC64A-9F2A-4442-8EB0-FB46C1DF93C2}" type="presOf" srcId="{0900429C-27D1-40BF-B052-0918F9F8DD65}" destId="{A402E21C-6755-48E7-8A28-775F1F99EC34}" srcOrd="1" destOrd="0" presId="urn:microsoft.com/office/officeart/2005/8/layout/orgChart1"/>
    <dgm:cxn modelId="{526B496C-C653-4FEE-996D-1E58522C6A10}" type="presOf" srcId="{4900EB94-9E21-4BC7-B553-5C51DE96BD3F}" destId="{582D5162-C280-4717-9C5E-EAAB6C64944C}" srcOrd="0" destOrd="0" presId="urn:microsoft.com/office/officeart/2005/8/layout/orgChart1"/>
    <dgm:cxn modelId="{F12BF04C-B9F2-4DCE-8C3B-8F792328F66E}" type="presOf" srcId="{DD968F7D-0F0D-4583-95B7-9BE107C8B6A4}" destId="{67532FFA-7945-4C92-A195-3EF209BC5E45}" srcOrd="0" destOrd="0" presId="urn:microsoft.com/office/officeart/2005/8/layout/orgChart1"/>
    <dgm:cxn modelId="{4F054E6E-6AD7-428D-8F66-9D512E6F7CA3}" srcId="{0162C70F-4407-4E8A-AFC0-D6EFAFD02F43}" destId="{F8F4FB55-3A71-4316-83FB-F414381081BD}" srcOrd="2" destOrd="0" parTransId="{FB36E60D-F267-4A4B-B8DA-EE96A8F271C6}" sibTransId="{2AF03A3E-986B-495C-A7AF-C141A563D515}"/>
    <dgm:cxn modelId="{297F2952-1961-44B8-86D4-C337E9667961}" type="presOf" srcId="{AD33D47E-0405-4CBD-A278-B6064BD3358D}" destId="{504E6C36-C813-4A46-899D-C73152F41F24}" srcOrd="1" destOrd="0" presId="urn:microsoft.com/office/officeart/2005/8/layout/orgChart1"/>
    <dgm:cxn modelId="{BAB5A254-5EE6-4F05-BBC0-51775E5A5A9F}" type="presOf" srcId="{A7CCC6CB-AC83-4346-967F-FAE538DF8B36}" destId="{409744F6-20F7-425E-8024-EF96C6A8A32D}" srcOrd="1" destOrd="0" presId="urn:microsoft.com/office/officeart/2005/8/layout/orgChart1"/>
    <dgm:cxn modelId="{1A887C76-D413-410A-9D3F-5B30955D7DFF}" type="presOf" srcId="{EAE90236-438B-46EC-A3B8-AE6B06A51208}" destId="{981733A9-137B-41AF-BC06-8BD613EF4687}" srcOrd="1" destOrd="0" presId="urn:microsoft.com/office/officeart/2005/8/layout/orgChart1"/>
    <dgm:cxn modelId="{38892C57-8316-4AC7-9180-997EF8530107}" type="presOf" srcId="{F0CB1700-6A33-4004-85D1-DC7F217CE763}" destId="{8BDB8B22-3AAD-43BA-9274-7333EA1F03FF}" srcOrd="0" destOrd="0" presId="urn:microsoft.com/office/officeart/2005/8/layout/orgChart1"/>
    <dgm:cxn modelId="{1EFE8877-9DCD-414D-9C60-C74E1349C0F3}" type="presOf" srcId="{5BDA03F5-1F89-4772-97D3-782961282141}" destId="{98068CDC-B258-41A1-A935-8745486BF73F}" srcOrd="0" destOrd="0" presId="urn:microsoft.com/office/officeart/2005/8/layout/orgChart1"/>
    <dgm:cxn modelId="{0998CE57-E71A-4ED3-999D-936237C2155E}" type="presOf" srcId="{94600803-D47D-4CD9-B9E9-B8C3070F8829}" destId="{8C0A1314-A361-4584-9E48-7FFF4ED71E8C}" srcOrd="0" destOrd="0" presId="urn:microsoft.com/office/officeart/2005/8/layout/orgChart1"/>
    <dgm:cxn modelId="{C9054C58-B827-44D6-B249-A97D6EA97D0F}" type="presOf" srcId="{3D2C11F5-101B-4897-B0A9-A2667FC47988}" destId="{24C309F4-F253-46B4-8F2B-5B97E61CE7E4}" srcOrd="0" destOrd="0" presId="urn:microsoft.com/office/officeart/2005/8/layout/orgChart1"/>
    <dgm:cxn modelId="{A2FF3879-4BA3-4DC5-9F0F-030FAB62B4F5}" type="presOf" srcId="{804397E6-F79B-4C33-BD14-93E560198FB2}" destId="{43FD4031-9A91-41ED-B0C1-0E2209C81A92}" srcOrd="0" destOrd="0" presId="urn:microsoft.com/office/officeart/2005/8/layout/orgChart1"/>
    <dgm:cxn modelId="{56369079-69F6-4B36-8CEB-B44BC44C0CF7}" type="presOf" srcId="{BF9EC3D0-D9D2-4B81-867F-30779A30120E}" destId="{1B979439-9942-41CC-B900-490EAD0FA55D}" srcOrd="1" destOrd="0" presId="urn:microsoft.com/office/officeart/2005/8/layout/orgChart1"/>
    <dgm:cxn modelId="{90EFE07B-FC9C-4E82-BBCB-3FDB090E95EE}" type="presOf" srcId="{0F70D04F-07C0-43EC-ADC6-E8862CBD4949}" destId="{B730B0BB-8C86-424B-94FD-09B3AADC073E}" srcOrd="1" destOrd="0" presId="urn:microsoft.com/office/officeart/2005/8/layout/orgChart1"/>
    <dgm:cxn modelId="{6040FD7F-D220-47F6-B825-62DBCA1672B6}" type="presOf" srcId="{AD33D47E-0405-4CBD-A278-B6064BD3358D}" destId="{72552F3A-3FFB-47FF-9994-7930114518EF}" srcOrd="0" destOrd="0" presId="urn:microsoft.com/office/officeart/2005/8/layout/orgChart1"/>
    <dgm:cxn modelId="{CF035580-5ACB-4CCD-A624-0F52E0303218}" srcId="{0162C70F-4407-4E8A-AFC0-D6EFAFD02F43}" destId="{94600803-D47D-4CD9-B9E9-B8C3070F8829}" srcOrd="1" destOrd="0" parTransId="{C9C1AA79-79FA-4CFA-9931-47469A3A6CD8}" sibTransId="{3BBDE26C-E2E7-4826-8E29-8EACA18C66EE}"/>
    <dgm:cxn modelId="{777CCD81-09B5-46A4-AD1C-1972AED9A1B9}" type="presOf" srcId="{8AEBFF23-B902-4964-9277-773819204BF9}" destId="{9E1A2695-726A-466C-A539-626C6A6191FC}" srcOrd="0" destOrd="0" presId="urn:microsoft.com/office/officeart/2005/8/layout/orgChart1"/>
    <dgm:cxn modelId="{D7181285-E85D-4E2B-ADBC-8A449642DC20}" srcId="{9BBA1EC6-22C8-4DF3-9666-9D21BD3F5A81}" destId="{0F70D04F-07C0-43EC-ADC6-E8862CBD4949}" srcOrd="1" destOrd="0" parTransId="{F0CB1700-6A33-4004-85D1-DC7F217CE763}" sibTransId="{85AD5213-8010-4E31-97FB-EA391473E17D}"/>
    <dgm:cxn modelId="{BE376C86-5C5D-4519-9DEF-38DCD0B1E2C7}" type="presOf" srcId="{0F70D04F-07C0-43EC-ADC6-E8862CBD4949}" destId="{74325ABA-4803-4AB5-AB0C-7F59CE60772F}" srcOrd="0" destOrd="0" presId="urn:microsoft.com/office/officeart/2005/8/layout/orgChart1"/>
    <dgm:cxn modelId="{E1B06F92-0419-4794-933A-A7960E732E16}" type="presOf" srcId="{804397E6-F79B-4C33-BD14-93E560198FB2}" destId="{17DDA2C5-ACC3-4659-BBEB-EF785071B1F4}" srcOrd="1" destOrd="0" presId="urn:microsoft.com/office/officeart/2005/8/layout/orgChart1"/>
    <dgm:cxn modelId="{BCA8CB93-E97F-4975-9B74-ADCBF85889F9}" type="presOf" srcId="{0900429C-27D1-40BF-B052-0918F9F8DD65}" destId="{CA7516F3-93E4-424D-ADFD-822C958F08AA}" srcOrd="0" destOrd="0" presId="urn:microsoft.com/office/officeart/2005/8/layout/orgChart1"/>
    <dgm:cxn modelId="{366D9B9A-18E9-41CC-9AD0-D3747052ECE6}" type="presOf" srcId="{B5D00A20-859C-4A5A-A495-2466229D91C5}" destId="{DA925FDB-67F4-4713-819D-800A5C9034DF}" srcOrd="0" destOrd="0" presId="urn:microsoft.com/office/officeart/2005/8/layout/orgChart1"/>
    <dgm:cxn modelId="{8FA3189B-475A-4E0F-8701-397E1647BA89}" type="presOf" srcId="{BFD0E81C-EFA4-4305-AE42-D4B9DA934DA8}" destId="{B3CE3E53-7DE6-4714-9832-8140B8818E26}" srcOrd="0" destOrd="0" presId="urn:microsoft.com/office/officeart/2005/8/layout/orgChart1"/>
    <dgm:cxn modelId="{F45AE19F-5F24-4157-9350-E8ABB70C71FB}" srcId="{94600803-D47D-4CD9-B9E9-B8C3070F8829}" destId="{BF9EC3D0-D9D2-4B81-867F-30779A30120E}" srcOrd="0" destOrd="0" parTransId="{5BDA03F5-1F89-4772-97D3-782961282141}" sibTransId="{6A2E2C34-C652-456B-A09D-74B23A21498A}"/>
    <dgm:cxn modelId="{37E8C9A1-21B0-4C56-B633-B7AE4EBA8D2B}" type="presOf" srcId="{8621908D-0F35-4804-A184-0A4FEAF1C289}" destId="{2993E851-FD03-4BF6-BC82-79BD6CBD108A}" srcOrd="0" destOrd="0" presId="urn:microsoft.com/office/officeart/2005/8/layout/orgChart1"/>
    <dgm:cxn modelId="{51E6BFA7-10EA-4112-AF7D-AD43800025F0}" srcId="{5B0C6760-BE5F-4889-B2A0-B4D6D7657077}" destId="{DD968F7D-0F0D-4583-95B7-9BE107C8B6A4}" srcOrd="0" destOrd="0" parTransId="{CEFB855A-8C69-4922-9D7F-C0EF893DF640}" sibTransId="{91BF24D9-B432-49AA-83E0-3590FEB6B87B}"/>
    <dgm:cxn modelId="{D786E8AF-F3C7-4D0C-AAA9-CAB44967E3E1}" srcId="{94600803-D47D-4CD9-B9E9-B8C3070F8829}" destId="{0900429C-27D1-40BF-B052-0918F9F8DD65}" srcOrd="2" destOrd="0" parTransId="{4900EB94-9E21-4BC7-B553-5C51DE96BD3F}" sibTransId="{2137DE6A-6029-47C9-BC6F-DEBEDBD33A6F}"/>
    <dgm:cxn modelId="{74E32AB4-C3DE-4B25-B5AC-273BD041CCFF}" type="presOf" srcId="{260C61DB-BF84-447A-8E6A-5637E0229B6C}" destId="{D3EEF34E-D9D2-4FF6-9085-A30C91781A86}" srcOrd="0" destOrd="0" presId="urn:microsoft.com/office/officeart/2005/8/layout/orgChart1"/>
    <dgm:cxn modelId="{3C05BABE-2802-4033-8391-8689414AB394}" type="presOf" srcId="{EAE90236-438B-46EC-A3B8-AE6B06A51208}" destId="{0B0CCF5B-2EA9-4C1F-9E13-E84FCE80861F}" srcOrd="0" destOrd="0" presId="urn:microsoft.com/office/officeart/2005/8/layout/orgChart1"/>
    <dgm:cxn modelId="{C820CFC0-E51A-4E15-86C8-F498238ED17F}" type="presOf" srcId="{F8F4FB55-3A71-4316-83FB-F414381081BD}" destId="{888ECABC-0F2D-4CD3-A2EB-8657F3E81129}" srcOrd="0" destOrd="0" presId="urn:microsoft.com/office/officeart/2005/8/layout/orgChart1"/>
    <dgm:cxn modelId="{946AFAC7-CB57-4CD8-9D44-7E1FC737F40A}" type="presOf" srcId="{F8F4FB55-3A71-4316-83FB-F414381081BD}" destId="{B0D0A3E7-06C0-4F4F-8D7D-1F3427A9DE3B}" srcOrd="1" destOrd="0" presId="urn:microsoft.com/office/officeart/2005/8/layout/orgChart1"/>
    <dgm:cxn modelId="{E1AE49C8-34FA-473B-B9B6-5C8D7076A761}" srcId="{5B0C6760-BE5F-4889-B2A0-B4D6D7657077}" destId="{AD33D47E-0405-4CBD-A278-B6064BD3358D}" srcOrd="1" destOrd="0" parTransId="{3D2C11F5-101B-4897-B0A9-A2667FC47988}" sibTransId="{826951E6-D1EA-4075-A44D-E7FF0AA21570}"/>
    <dgm:cxn modelId="{E23579CA-9E19-46AF-83D7-CFEF24E0CDBE}" srcId="{0162C70F-4407-4E8A-AFC0-D6EFAFD02F43}" destId="{A2A8FAFC-2CE9-4C35-B05D-8D30F26263CB}" srcOrd="3" destOrd="0" parTransId="{B613192C-9EB6-471D-9A32-3CDF9B10FCB6}" sibTransId="{B9F07871-4382-4E31-B760-C799F05CA9C0}"/>
    <dgm:cxn modelId="{EECAA6CA-EE39-48F5-92F5-E198E30643F7}" type="presOf" srcId="{94600803-D47D-4CD9-B9E9-B8C3070F8829}" destId="{65918E13-14D6-4EAF-B9E8-A5739EBD9EBF}" srcOrd="1" destOrd="0" presId="urn:microsoft.com/office/officeart/2005/8/layout/orgChart1"/>
    <dgm:cxn modelId="{F6796DCE-D40A-436F-82ED-1CC9C3C88A87}" srcId="{9BBA1EC6-22C8-4DF3-9666-9D21BD3F5A81}" destId="{8AEBFF23-B902-4964-9277-773819204BF9}" srcOrd="0" destOrd="0" parTransId="{260C61DB-BF84-447A-8E6A-5637E0229B6C}" sibTransId="{DD305B7D-85B4-4F21-96EF-8E00A3095EB7}"/>
    <dgm:cxn modelId="{0B5CAFD1-0FB8-43B5-835C-D35D28A29289}" srcId="{F8F4FB55-3A71-4316-83FB-F414381081BD}" destId="{804397E6-F79B-4C33-BD14-93E560198FB2}" srcOrd="0" destOrd="0" parTransId="{B5D00A20-859C-4A5A-A495-2466229D91C5}" sibTransId="{615D850A-38AA-4079-BBDB-00AD1D042E9E}"/>
    <dgm:cxn modelId="{59D9E7D5-8E34-492C-B2A8-00B6FD8B9B19}" srcId="{0162C70F-4407-4E8A-AFC0-D6EFAFD02F43}" destId="{6BDF7EC4-8B6C-4E4A-8AE5-D0C8AFB4F437}" srcOrd="0" destOrd="0" parTransId="{CD312182-3760-4F6F-A7CB-4C4F8ECB7C7A}" sibTransId="{1F9A73F2-9287-4DD7-9C18-6067F3CD0640}"/>
    <dgm:cxn modelId="{1241E7DB-3F2E-454D-9292-6C656BED81D9}" srcId="{A2A8FAFC-2CE9-4C35-B05D-8D30F26263CB}" destId="{992553A7-AF80-411B-9807-13337DCCEDFB}" srcOrd="0" destOrd="0" parTransId="{B61FBF7C-EB74-4BE1-AD7F-4F70EA9315CD}" sibTransId="{59F956DC-E0F8-47FD-8EB3-E7E1A32F565F}"/>
    <dgm:cxn modelId="{301F29DC-6D2B-4899-A66F-DBEE8EF669BC}" type="presOf" srcId="{0162C70F-4407-4E8A-AFC0-D6EFAFD02F43}" destId="{7FF1B99B-BFD1-4000-B951-815B26409557}" srcOrd="0" destOrd="0" presId="urn:microsoft.com/office/officeart/2005/8/layout/orgChart1"/>
    <dgm:cxn modelId="{EE0474DC-D422-470C-8A1D-BADD15CA5664}" type="presOf" srcId="{8621908D-0F35-4804-A184-0A4FEAF1C289}" destId="{5DE5AFD1-FBD1-47B3-9FB3-3DF76E193320}" srcOrd="1" destOrd="0" presId="urn:microsoft.com/office/officeart/2005/8/layout/orgChart1"/>
    <dgm:cxn modelId="{EDA741EC-B645-4166-A83D-CA65C9708B83}" type="presOf" srcId="{B61FBF7C-EB74-4BE1-AD7F-4F70EA9315CD}" destId="{FB5C1EBD-DC9B-4896-BEE7-105A7EB72D01}" srcOrd="0" destOrd="0" presId="urn:microsoft.com/office/officeart/2005/8/layout/orgChart1"/>
    <dgm:cxn modelId="{A8338AF3-2047-4C6D-BBAE-58202EEDCE2B}" srcId="{94600803-D47D-4CD9-B9E9-B8C3070F8829}" destId="{EAE90236-438B-46EC-A3B8-AE6B06A51208}" srcOrd="1" destOrd="0" parTransId="{BFD0E81C-EFA4-4305-AE42-D4B9DA934DA8}" sibTransId="{A3BE6032-D084-4580-9114-D115A0D6468F}"/>
    <dgm:cxn modelId="{D5B133F5-EE3F-4CFF-B977-A40011385AF7}" type="presOf" srcId="{6BDF7EC4-8B6C-4E4A-8AE5-D0C8AFB4F437}" destId="{4B5FE138-794F-4789-9D85-365DD5547919}" srcOrd="0" destOrd="0" presId="urn:microsoft.com/office/officeart/2005/8/layout/orgChart1"/>
    <dgm:cxn modelId="{E3B32AFA-7B1D-4280-814D-C3D748B3CBD8}" type="presOf" srcId="{BF9EC3D0-D9D2-4B81-867F-30779A30120E}" destId="{C9AC84B1-50CC-49EF-8162-5CD886796EBF}" srcOrd="0" destOrd="0" presId="urn:microsoft.com/office/officeart/2005/8/layout/orgChart1"/>
    <dgm:cxn modelId="{CEB2FBE8-1FC4-4772-B6C3-6EF2F6A64FA3}" type="presParOf" srcId="{7FF1B99B-BFD1-4000-B951-815B26409557}" destId="{96B7F731-3896-4A50-9BAE-06942145FA12}" srcOrd="0" destOrd="0" presId="urn:microsoft.com/office/officeart/2005/8/layout/orgChart1"/>
    <dgm:cxn modelId="{519E944B-32D2-4772-AF4E-4FFAA66EABFC}" type="presParOf" srcId="{96B7F731-3896-4A50-9BAE-06942145FA12}" destId="{4753AAEC-6A55-4F16-8222-7D321065D722}" srcOrd="0" destOrd="0" presId="urn:microsoft.com/office/officeart/2005/8/layout/orgChart1"/>
    <dgm:cxn modelId="{BD92E2AE-BD53-4F30-9F72-E482411B096D}" type="presParOf" srcId="{4753AAEC-6A55-4F16-8222-7D321065D722}" destId="{4B5FE138-794F-4789-9D85-365DD5547919}" srcOrd="0" destOrd="0" presId="urn:microsoft.com/office/officeart/2005/8/layout/orgChart1"/>
    <dgm:cxn modelId="{A8842199-761A-4B0A-9657-008FC41B18DD}" type="presParOf" srcId="{4753AAEC-6A55-4F16-8222-7D321065D722}" destId="{729206E2-07CE-4E62-A595-77EFE8495DD5}" srcOrd="1" destOrd="0" presId="urn:microsoft.com/office/officeart/2005/8/layout/orgChart1"/>
    <dgm:cxn modelId="{6DD5BED9-ED47-435C-B816-470AD9499052}" type="presParOf" srcId="{96B7F731-3896-4A50-9BAE-06942145FA12}" destId="{B93677BA-E053-4258-BF3C-323354678714}" srcOrd="1" destOrd="0" presId="urn:microsoft.com/office/officeart/2005/8/layout/orgChart1"/>
    <dgm:cxn modelId="{D5FB871A-6A69-43D2-A898-C5B10542CECA}" type="presParOf" srcId="{96B7F731-3896-4A50-9BAE-06942145FA12}" destId="{EFCB395D-3F11-4302-847B-A4CABBC37798}" srcOrd="2" destOrd="0" presId="urn:microsoft.com/office/officeart/2005/8/layout/orgChart1"/>
    <dgm:cxn modelId="{E3D9BED6-AB5C-45B6-8825-49B42436FDDD}" type="presParOf" srcId="{7FF1B99B-BFD1-4000-B951-815B26409557}" destId="{22314F85-B053-41AE-B03E-341F339BC769}" srcOrd="1" destOrd="0" presId="urn:microsoft.com/office/officeart/2005/8/layout/orgChart1"/>
    <dgm:cxn modelId="{C11452A0-ABC1-4481-B36D-61767D275AFE}" type="presParOf" srcId="{22314F85-B053-41AE-B03E-341F339BC769}" destId="{88DA2A0C-B6EA-40D1-951C-10F8F6F980B6}" srcOrd="0" destOrd="0" presId="urn:microsoft.com/office/officeart/2005/8/layout/orgChart1"/>
    <dgm:cxn modelId="{697494F1-C48B-4C0E-9389-075317588DDD}" type="presParOf" srcId="{88DA2A0C-B6EA-40D1-951C-10F8F6F980B6}" destId="{8C0A1314-A361-4584-9E48-7FFF4ED71E8C}" srcOrd="0" destOrd="0" presId="urn:microsoft.com/office/officeart/2005/8/layout/orgChart1"/>
    <dgm:cxn modelId="{5DCC410C-73DC-40D7-8B0D-DD53931CDCFD}" type="presParOf" srcId="{88DA2A0C-B6EA-40D1-951C-10F8F6F980B6}" destId="{65918E13-14D6-4EAF-B9E8-A5739EBD9EBF}" srcOrd="1" destOrd="0" presId="urn:microsoft.com/office/officeart/2005/8/layout/orgChart1"/>
    <dgm:cxn modelId="{F286ABBC-228D-4884-9D91-5CE9B90F5265}" type="presParOf" srcId="{22314F85-B053-41AE-B03E-341F339BC769}" destId="{A689F13F-45BC-467E-9534-D6CD0EF0940A}" srcOrd="1" destOrd="0" presId="urn:microsoft.com/office/officeart/2005/8/layout/orgChart1"/>
    <dgm:cxn modelId="{2D84206D-DB5E-4FD3-8505-D38016CF6F6C}" type="presParOf" srcId="{A689F13F-45BC-467E-9534-D6CD0EF0940A}" destId="{98068CDC-B258-41A1-A935-8745486BF73F}" srcOrd="0" destOrd="0" presId="urn:microsoft.com/office/officeart/2005/8/layout/orgChart1"/>
    <dgm:cxn modelId="{0B374CE0-1486-4A45-9E11-AB715C6BEA6D}" type="presParOf" srcId="{A689F13F-45BC-467E-9534-D6CD0EF0940A}" destId="{99D25E96-6E9A-46E5-A41F-C81326C12BF4}" srcOrd="1" destOrd="0" presId="urn:microsoft.com/office/officeart/2005/8/layout/orgChart1"/>
    <dgm:cxn modelId="{14033714-BDBA-4220-A545-02EF7187A443}" type="presParOf" srcId="{99D25E96-6E9A-46E5-A41F-C81326C12BF4}" destId="{BD13664B-794D-43C6-8F17-F7A0CA587C36}" srcOrd="0" destOrd="0" presId="urn:microsoft.com/office/officeart/2005/8/layout/orgChart1"/>
    <dgm:cxn modelId="{BAAA950D-1032-4B5D-BD8A-6FB257C8BE03}" type="presParOf" srcId="{BD13664B-794D-43C6-8F17-F7A0CA587C36}" destId="{C9AC84B1-50CC-49EF-8162-5CD886796EBF}" srcOrd="0" destOrd="0" presId="urn:microsoft.com/office/officeart/2005/8/layout/orgChart1"/>
    <dgm:cxn modelId="{BF16B087-C86F-4B7A-BD7B-C52C27EFEB1B}" type="presParOf" srcId="{BD13664B-794D-43C6-8F17-F7A0CA587C36}" destId="{1B979439-9942-41CC-B900-490EAD0FA55D}" srcOrd="1" destOrd="0" presId="urn:microsoft.com/office/officeart/2005/8/layout/orgChart1"/>
    <dgm:cxn modelId="{4C86F863-3EAE-4C90-B885-1B62BF94B03A}" type="presParOf" srcId="{99D25E96-6E9A-46E5-A41F-C81326C12BF4}" destId="{8239C792-3F97-4F85-B3D0-5A342FEBFEDA}" srcOrd="1" destOrd="0" presId="urn:microsoft.com/office/officeart/2005/8/layout/orgChart1"/>
    <dgm:cxn modelId="{4CC1BB9F-7B2A-4773-B26A-5AB3709C1408}" type="presParOf" srcId="{99D25E96-6E9A-46E5-A41F-C81326C12BF4}" destId="{B7BC0A28-5F73-4C3C-9D0B-599014DE477D}" srcOrd="2" destOrd="0" presId="urn:microsoft.com/office/officeart/2005/8/layout/orgChart1"/>
    <dgm:cxn modelId="{A0B9C7FB-5544-48E6-B2CB-8252BEC743AA}" type="presParOf" srcId="{A689F13F-45BC-467E-9534-D6CD0EF0940A}" destId="{B3CE3E53-7DE6-4714-9832-8140B8818E26}" srcOrd="2" destOrd="0" presId="urn:microsoft.com/office/officeart/2005/8/layout/orgChart1"/>
    <dgm:cxn modelId="{F697EBCE-3E80-402A-A25C-BE15941DA1F1}" type="presParOf" srcId="{A689F13F-45BC-467E-9534-D6CD0EF0940A}" destId="{B2919C73-D4BB-4D52-BDF9-E405B17A3C83}" srcOrd="3" destOrd="0" presId="urn:microsoft.com/office/officeart/2005/8/layout/orgChart1"/>
    <dgm:cxn modelId="{75D22539-B81C-439D-B933-593FD0A4947F}" type="presParOf" srcId="{B2919C73-D4BB-4D52-BDF9-E405B17A3C83}" destId="{8484646A-668B-4841-A26D-74C3DFD515E1}" srcOrd="0" destOrd="0" presId="urn:microsoft.com/office/officeart/2005/8/layout/orgChart1"/>
    <dgm:cxn modelId="{AE36D31D-1C7C-4DA6-9288-F7975D2A0863}" type="presParOf" srcId="{8484646A-668B-4841-A26D-74C3DFD515E1}" destId="{0B0CCF5B-2EA9-4C1F-9E13-E84FCE80861F}" srcOrd="0" destOrd="0" presId="urn:microsoft.com/office/officeart/2005/8/layout/orgChart1"/>
    <dgm:cxn modelId="{51C410D4-3CC9-4C5D-A7E4-B798E6E49022}" type="presParOf" srcId="{8484646A-668B-4841-A26D-74C3DFD515E1}" destId="{981733A9-137B-41AF-BC06-8BD613EF4687}" srcOrd="1" destOrd="0" presId="urn:microsoft.com/office/officeart/2005/8/layout/orgChart1"/>
    <dgm:cxn modelId="{F9FAEF50-D3F0-40CB-A782-CFCB305F665D}" type="presParOf" srcId="{B2919C73-D4BB-4D52-BDF9-E405B17A3C83}" destId="{E6492E5D-704D-4A9D-938F-30067D0C2C5C}" srcOrd="1" destOrd="0" presId="urn:microsoft.com/office/officeart/2005/8/layout/orgChart1"/>
    <dgm:cxn modelId="{9B65E87A-1746-4622-A457-89E06BCC2155}" type="presParOf" srcId="{B2919C73-D4BB-4D52-BDF9-E405B17A3C83}" destId="{26296E62-5848-4E96-8FE1-4F06E8BBD84A}" srcOrd="2" destOrd="0" presId="urn:microsoft.com/office/officeart/2005/8/layout/orgChart1"/>
    <dgm:cxn modelId="{433EF8EC-B458-4671-BA90-35DA5534F1F7}" type="presParOf" srcId="{A689F13F-45BC-467E-9534-D6CD0EF0940A}" destId="{582D5162-C280-4717-9C5E-EAAB6C64944C}" srcOrd="4" destOrd="0" presId="urn:microsoft.com/office/officeart/2005/8/layout/orgChart1"/>
    <dgm:cxn modelId="{13B6486C-D870-4A9D-90C8-40C192C4C4FB}" type="presParOf" srcId="{A689F13F-45BC-467E-9534-D6CD0EF0940A}" destId="{05F9802F-A244-4AF8-92C7-EA316196A444}" srcOrd="5" destOrd="0" presId="urn:microsoft.com/office/officeart/2005/8/layout/orgChart1"/>
    <dgm:cxn modelId="{04B973C0-FA1C-4E64-AF84-81A658182761}" type="presParOf" srcId="{05F9802F-A244-4AF8-92C7-EA316196A444}" destId="{98ABD9FC-952C-45D3-B0C2-ED0AB766DC66}" srcOrd="0" destOrd="0" presId="urn:microsoft.com/office/officeart/2005/8/layout/orgChart1"/>
    <dgm:cxn modelId="{C555C269-6522-4563-BC00-046345DC0338}" type="presParOf" srcId="{98ABD9FC-952C-45D3-B0C2-ED0AB766DC66}" destId="{CA7516F3-93E4-424D-ADFD-822C958F08AA}" srcOrd="0" destOrd="0" presId="urn:microsoft.com/office/officeart/2005/8/layout/orgChart1"/>
    <dgm:cxn modelId="{DB9047D2-E3BB-4CA0-B904-16DF04772E0E}" type="presParOf" srcId="{98ABD9FC-952C-45D3-B0C2-ED0AB766DC66}" destId="{A402E21C-6755-48E7-8A28-775F1F99EC34}" srcOrd="1" destOrd="0" presId="urn:microsoft.com/office/officeart/2005/8/layout/orgChart1"/>
    <dgm:cxn modelId="{D0BC60E6-5318-4699-AC8B-815D40EA4B30}" type="presParOf" srcId="{05F9802F-A244-4AF8-92C7-EA316196A444}" destId="{3CCF043B-3733-4575-AD53-B0D548451EA5}" srcOrd="1" destOrd="0" presId="urn:microsoft.com/office/officeart/2005/8/layout/orgChart1"/>
    <dgm:cxn modelId="{44F83832-404F-4690-84E2-C17B68C00D4E}" type="presParOf" srcId="{05F9802F-A244-4AF8-92C7-EA316196A444}" destId="{0FA1167F-FE9E-4DE2-BFEA-C170373906BC}" srcOrd="2" destOrd="0" presId="urn:microsoft.com/office/officeart/2005/8/layout/orgChart1"/>
    <dgm:cxn modelId="{2382429B-FF1F-4F86-9145-51BFC47B5F54}" type="presParOf" srcId="{22314F85-B053-41AE-B03E-341F339BC769}" destId="{4CC35CFF-9A38-4709-8296-312E64852872}" srcOrd="2" destOrd="0" presId="urn:microsoft.com/office/officeart/2005/8/layout/orgChart1"/>
    <dgm:cxn modelId="{73301EAC-9040-4C64-AF88-CA63BC04A983}" type="presParOf" srcId="{7FF1B99B-BFD1-4000-B951-815B26409557}" destId="{F4D20B3D-A407-4263-B7C9-227C7C916143}" srcOrd="2" destOrd="0" presId="urn:microsoft.com/office/officeart/2005/8/layout/orgChart1"/>
    <dgm:cxn modelId="{391E32C0-AE39-4610-B1E6-5A0C7D01C79E}" type="presParOf" srcId="{F4D20B3D-A407-4263-B7C9-227C7C916143}" destId="{F6A2DD70-B63B-4C44-9AA8-77FA9E6136A3}" srcOrd="0" destOrd="0" presId="urn:microsoft.com/office/officeart/2005/8/layout/orgChart1"/>
    <dgm:cxn modelId="{911965B1-7927-4076-AB60-1FA66006EC7E}" type="presParOf" srcId="{F6A2DD70-B63B-4C44-9AA8-77FA9E6136A3}" destId="{888ECABC-0F2D-4CD3-A2EB-8657F3E81129}" srcOrd="0" destOrd="0" presId="urn:microsoft.com/office/officeart/2005/8/layout/orgChart1"/>
    <dgm:cxn modelId="{32865DB6-CF7B-40F9-877B-296A9F0D570B}" type="presParOf" srcId="{F6A2DD70-B63B-4C44-9AA8-77FA9E6136A3}" destId="{B0D0A3E7-06C0-4F4F-8D7D-1F3427A9DE3B}" srcOrd="1" destOrd="0" presId="urn:microsoft.com/office/officeart/2005/8/layout/orgChart1"/>
    <dgm:cxn modelId="{F0E3DFAC-E4A4-4E65-AA72-09EE2FF45B44}" type="presParOf" srcId="{F4D20B3D-A407-4263-B7C9-227C7C916143}" destId="{3EFCF879-07A5-4DCD-BCDE-17B856316EC9}" srcOrd="1" destOrd="0" presId="urn:microsoft.com/office/officeart/2005/8/layout/orgChart1"/>
    <dgm:cxn modelId="{08F50AE8-54B4-4069-ABF4-5329BDBA3D0C}" type="presParOf" srcId="{3EFCF879-07A5-4DCD-BCDE-17B856316EC9}" destId="{DA925FDB-67F4-4713-819D-800A5C9034DF}" srcOrd="0" destOrd="0" presId="urn:microsoft.com/office/officeart/2005/8/layout/orgChart1"/>
    <dgm:cxn modelId="{33E5A82E-AE3D-46C1-AB6A-2D67D58FB8EA}" type="presParOf" srcId="{3EFCF879-07A5-4DCD-BCDE-17B856316EC9}" destId="{29989715-AED5-4E65-BE00-67AF1A951EC6}" srcOrd="1" destOrd="0" presId="urn:microsoft.com/office/officeart/2005/8/layout/orgChart1"/>
    <dgm:cxn modelId="{A1A4AFF7-4612-4ACD-B795-6547876E98C4}" type="presParOf" srcId="{29989715-AED5-4E65-BE00-67AF1A951EC6}" destId="{F1759872-0CFA-463A-896A-0D42C6B1F871}" srcOrd="0" destOrd="0" presId="urn:microsoft.com/office/officeart/2005/8/layout/orgChart1"/>
    <dgm:cxn modelId="{1C78D741-8843-49A7-8625-3955E8A6E3D4}" type="presParOf" srcId="{F1759872-0CFA-463A-896A-0D42C6B1F871}" destId="{43FD4031-9A91-41ED-B0C1-0E2209C81A92}" srcOrd="0" destOrd="0" presId="urn:microsoft.com/office/officeart/2005/8/layout/orgChart1"/>
    <dgm:cxn modelId="{418BAB3B-E757-4694-BD75-6B66DD6DB2EF}" type="presParOf" srcId="{F1759872-0CFA-463A-896A-0D42C6B1F871}" destId="{17DDA2C5-ACC3-4659-BBEB-EF785071B1F4}" srcOrd="1" destOrd="0" presId="urn:microsoft.com/office/officeart/2005/8/layout/orgChart1"/>
    <dgm:cxn modelId="{964711B3-2F18-4D59-9195-78211BCCDE44}" type="presParOf" srcId="{29989715-AED5-4E65-BE00-67AF1A951EC6}" destId="{2E59701C-428D-4447-8684-B85E3C66096A}" srcOrd="1" destOrd="0" presId="urn:microsoft.com/office/officeart/2005/8/layout/orgChart1"/>
    <dgm:cxn modelId="{45C2950F-A560-4DA5-B493-8DE2B08A084E}" type="presParOf" srcId="{29989715-AED5-4E65-BE00-67AF1A951EC6}" destId="{0DC2503A-337F-4E92-A19F-4B7804CBAFD9}" srcOrd="2" destOrd="0" presId="urn:microsoft.com/office/officeart/2005/8/layout/orgChart1"/>
    <dgm:cxn modelId="{75B5CE71-E145-4E4E-B7E9-0AB78D59F3A4}" type="presParOf" srcId="{3EFCF879-07A5-4DCD-BCDE-17B856316EC9}" destId="{C0FBED4F-3FDF-46B7-A1C4-D4BBA632F0F5}" srcOrd="2" destOrd="0" presId="urn:microsoft.com/office/officeart/2005/8/layout/orgChart1"/>
    <dgm:cxn modelId="{AFF85385-07F6-4BAF-A567-B716C003834C}" type="presParOf" srcId="{3EFCF879-07A5-4DCD-BCDE-17B856316EC9}" destId="{2BDA21D3-6324-4E6C-9867-1B81FE431BAA}" srcOrd="3" destOrd="0" presId="urn:microsoft.com/office/officeart/2005/8/layout/orgChart1"/>
    <dgm:cxn modelId="{43141220-6DFE-4BD0-BC2E-5272BE94891B}" type="presParOf" srcId="{2BDA21D3-6324-4E6C-9867-1B81FE431BAA}" destId="{E61437AB-9D4B-4DF7-B229-5001822D0676}" srcOrd="0" destOrd="0" presId="urn:microsoft.com/office/officeart/2005/8/layout/orgChart1"/>
    <dgm:cxn modelId="{8BC1B282-4F06-484D-8AE5-9ECD5E5C4EB5}" type="presParOf" srcId="{E61437AB-9D4B-4DF7-B229-5001822D0676}" destId="{AB9D7EAE-3AE7-4879-AAA3-69306C94EDB7}" srcOrd="0" destOrd="0" presId="urn:microsoft.com/office/officeart/2005/8/layout/orgChart1"/>
    <dgm:cxn modelId="{9928A797-5042-4C8C-A2DE-A04270E257CD}" type="presParOf" srcId="{E61437AB-9D4B-4DF7-B229-5001822D0676}" destId="{409744F6-20F7-425E-8024-EF96C6A8A32D}" srcOrd="1" destOrd="0" presId="urn:microsoft.com/office/officeart/2005/8/layout/orgChart1"/>
    <dgm:cxn modelId="{A04C2EE0-667D-401C-873C-844AC583D131}" type="presParOf" srcId="{2BDA21D3-6324-4E6C-9867-1B81FE431BAA}" destId="{BC2517CF-3A42-4F06-AE04-D9463F8D488B}" srcOrd="1" destOrd="0" presId="urn:microsoft.com/office/officeart/2005/8/layout/orgChart1"/>
    <dgm:cxn modelId="{492D39F6-97D1-47FB-8973-58E08C192CD9}" type="presParOf" srcId="{2BDA21D3-6324-4E6C-9867-1B81FE431BAA}" destId="{D7C870E8-F828-46BC-B11E-9E25CDA6B70D}" srcOrd="2" destOrd="0" presId="urn:microsoft.com/office/officeart/2005/8/layout/orgChart1"/>
    <dgm:cxn modelId="{DF476A36-A021-4A5C-8CFE-1E86DB16B5C3}" type="presParOf" srcId="{F4D20B3D-A407-4263-B7C9-227C7C916143}" destId="{DFBA1AB0-56EF-443D-8029-DB493EDE7A1B}" srcOrd="2" destOrd="0" presId="urn:microsoft.com/office/officeart/2005/8/layout/orgChart1"/>
    <dgm:cxn modelId="{2C3BAC28-1027-474F-A02B-1BEBAE8DB0E1}" type="presParOf" srcId="{7FF1B99B-BFD1-4000-B951-815B26409557}" destId="{E1D82026-3030-42F2-B8B9-029BE69B8125}" srcOrd="3" destOrd="0" presId="urn:microsoft.com/office/officeart/2005/8/layout/orgChart1"/>
    <dgm:cxn modelId="{366A8A3D-4398-44E0-BE42-48AEB181F477}" type="presParOf" srcId="{E1D82026-3030-42F2-B8B9-029BE69B8125}" destId="{02992A61-4052-4393-BCAB-46B8AF0852A2}" srcOrd="0" destOrd="0" presId="urn:microsoft.com/office/officeart/2005/8/layout/orgChart1"/>
    <dgm:cxn modelId="{C359F774-6A8D-460A-A7EE-ACF76F722BDE}" type="presParOf" srcId="{02992A61-4052-4393-BCAB-46B8AF0852A2}" destId="{A2C44E06-341E-4C28-A19E-695097DC0DC5}" srcOrd="0" destOrd="0" presId="urn:microsoft.com/office/officeart/2005/8/layout/orgChart1"/>
    <dgm:cxn modelId="{BD2D3438-A6F4-4926-A337-23D37AC33316}" type="presParOf" srcId="{02992A61-4052-4393-BCAB-46B8AF0852A2}" destId="{9261DEA4-012B-48A4-B056-915F6B16855D}" srcOrd="1" destOrd="0" presId="urn:microsoft.com/office/officeart/2005/8/layout/orgChart1"/>
    <dgm:cxn modelId="{3EB2AE38-E44A-4709-84E4-CD279AF9CFD9}" type="presParOf" srcId="{E1D82026-3030-42F2-B8B9-029BE69B8125}" destId="{F89C56C5-D61D-4F0E-A5FC-47AE01498EC8}" srcOrd="1" destOrd="0" presId="urn:microsoft.com/office/officeart/2005/8/layout/orgChart1"/>
    <dgm:cxn modelId="{FA6F2CD2-C049-4E9F-A1F5-2C58E7CC5D68}" type="presParOf" srcId="{F89C56C5-D61D-4F0E-A5FC-47AE01498EC8}" destId="{FB5C1EBD-DC9B-4896-BEE7-105A7EB72D01}" srcOrd="0" destOrd="0" presId="urn:microsoft.com/office/officeart/2005/8/layout/orgChart1"/>
    <dgm:cxn modelId="{538E517A-0F29-40B9-A231-A5985674E4C8}" type="presParOf" srcId="{F89C56C5-D61D-4F0E-A5FC-47AE01498EC8}" destId="{58CCB091-2E22-4460-8CE9-9E2C96A0992C}" srcOrd="1" destOrd="0" presId="urn:microsoft.com/office/officeart/2005/8/layout/orgChart1"/>
    <dgm:cxn modelId="{499E784A-A485-422E-A5BA-23F87A349C63}" type="presParOf" srcId="{58CCB091-2E22-4460-8CE9-9E2C96A0992C}" destId="{7FBEA5CD-AD14-486C-8FAF-182381619DCF}" srcOrd="0" destOrd="0" presId="urn:microsoft.com/office/officeart/2005/8/layout/orgChart1"/>
    <dgm:cxn modelId="{8714C1CE-5E59-4B73-9E12-43F1A2984C74}" type="presParOf" srcId="{7FBEA5CD-AD14-486C-8FAF-182381619DCF}" destId="{1929B137-8E6C-4FE3-B356-32A49AF29814}" srcOrd="0" destOrd="0" presId="urn:microsoft.com/office/officeart/2005/8/layout/orgChart1"/>
    <dgm:cxn modelId="{13296ABA-100E-47C8-8B97-4AF834DF3664}" type="presParOf" srcId="{7FBEA5CD-AD14-486C-8FAF-182381619DCF}" destId="{4CDE8DA7-4757-4F0B-8108-728777592891}" srcOrd="1" destOrd="0" presId="urn:microsoft.com/office/officeart/2005/8/layout/orgChart1"/>
    <dgm:cxn modelId="{774047D8-FDF1-4A4B-B6F5-2DD580812F82}" type="presParOf" srcId="{58CCB091-2E22-4460-8CE9-9E2C96A0992C}" destId="{48EA9510-2241-4B38-9EA4-E327A4653DE5}" srcOrd="1" destOrd="0" presId="urn:microsoft.com/office/officeart/2005/8/layout/orgChart1"/>
    <dgm:cxn modelId="{FD8F3108-C2DE-4F6A-A4C1-B04AD4A34161}" type="presParOf" srcId="{58CCB091-2E22-4460-8CE9-9E2C96A0992C}" destId="{6E429F35-CADD-4EAE-ACA1-9BD04854A715}" srcOrd="2" destOrd="0" presId="urn:microsoft.com/office/officeart/2005/8/layout/orgChart1"/>
    <dgm:cxn modelId="{56C88FBA-7FD0-40D3-B85E-0B1E7702C23F}" type="presParOf" srcId="{F89C56C5-D61D-4F0E-A5FC-47AE01498EC8}" destId="{5F2CBAFB-DF14-4BFE-A4BF-BB74B91AD48D}" srcOrd="2" destOrd="0" presId="urn:microsoft.com/office/officeart/2005/8/layout/orgChart1"/>
    <dgm:cxn modelId="{47CC5903-406A-4AD8-84E3-05856BB79DB3}" type="presParOf" srcId="{F89C56C5-D61D-4F0E-A5FC-47AE01498EC8}" destId="{6389BF75-3A54-441F-8E17-DB585433EFBE}" srcOrd="3" destOrd="0" presId="urn:microsoft.com/office/officeart/2005/8/layout/orgChart1"/>
    <dgm:cxn modelId="{B7A37DC8-02F0-4E5C-8079-B934F6E2F472}" type="presParOf" srcId="{6389BF75-3A54-441F-8E17-DB585433EFBE}" destId="{9EAB3DE6-0D81-4B39-8FE8-CB8C73B39C3D}" srcOrd="0" destOrd="0" presId="urn:microsoft.com/office/officeart/2005/8/layout/orgChart1"/>
    <dgm:cxn modelId="{6B8FAC9F-D116-4445-8E09-DFBDA31053D8}" type="presParOf" srcId="{9EAB3DE6-0D81-4B39-8FE8-CB8C73B39C3D}" destId="{2993E851-FD03-4BF6-BC82-79BD6CBD108A}" srcOrd="0" destOrd="0" presId="urn:microsoft.com/office/officeart/2005/8/layout/orgChart1"/>
    <dgm:cxn modelId="{2143E52E-B4A6-4480-8556-9AE8E067355E}" type="presParOf" srcId="{9EAB3DE6-0D81-4B39-8FE8-CB8C73B39C3D}" destId="{5DE5AFD1-FBD1-47B3-9FB3-3DF76E193320}" srcOrd="1" destOrd="0" presId="urn:microsoft.com/office/officeart/2005/8/layout/orgChart1"/>
    <dgm:cxn modelId="{7C7EBF58-84E3-4E86-A876-3DEDD9EA64AF}" type="presParOf" srcId="{6389BF75-3A54-441F-8E17-DB585433EFBE}" destId="{89F6560B-6E09-40FB-985D-3D19DC6C29F9}" srcOrd="1" destOrd="0" presId="urn:microsoft.com/office/officeart/2005/8/layout/orgChart1"/>
    <dgm:cxn modelId="{33914B37-F0E5-435A-A79B-2A0DB06F2933}" type="presParOf" srcId="{6389BF75-3A54-441F-8E17-DB585433EFBE}" destId="{157B7A58-2439-40B3-ACA5-B323C2C2CB13}" srcOrd="2" destOrd="0" presId="urn:microsoft.com/office/officeart/2005/8/layout/orgChart1"/>
    <dgm:cxn modelId="{368F4510-8C64-46C5-B3DC-3FD9D1AABCE7}" type="presParOf" srcId="{E1D82026-3030-42F2-B8B9-029BE69B8125}" destId="{023DCB36-F8BF-42E6-997C-AEF52261AEA6}" srcOrd="2" destOrd="0" presId="urn:microsoft.com/office/officeart/2005/8/layout/orgChart1"/>
    <dgm:cxn modelId="{0D8C1E5A-6DC8-48EE-B1F5-FFE217D81345}" type="presParOf" srcId="{7FF1B99B-BFD1-4000-B951-815B26409557}" destId="{0583B556-1259-45B5-8122-4A1A32753B3D}" srcOrd="4" destOrd="0" presId="urn:microsoft.com/office/officeart/2005/8/layout/orgChart1"/>
    <dgm:cxn modelId="{EA7B09BC-1003-404F-9414-8F09ECE2B9A5}" type="presParOf" srcId="{0583B556-1259-45B5-8122-4A1A32753B3D}" destId="{7F5F2441-FB1F-4397-B758-3B244A586A2C}" srcOrd="0" destOrd="0" presId="urn:microsoft.com/office/officeart/2005/8/layout/orgChart1"/>
    <dgm:cxn modelId="{F2C560E8-B25C-4BED-93CB-A7903A6FF7DE}" type="presParOf" srcId="{7F5F2441-FB1F-4397-B758-3B244A586A2C}" destId="{BFB3524A-7E5C-4C08-BF99-A2DA7DF30091}" srcOrd="0" destOrd="0" presId="urn:microsoft.com/office/officeart/2005/8/layout/orgChart1"/>
    <dgm:cxn modelId="{D7D9D99C-1596-4708-8E91-820EAB62F865}" type="presParOf" srcId="{7F5F2441-FB1F-4397-B758-3B244A586A2C}" destId="{B09BD71F-86AB-486D-ABDE-AA1CB7F5C796}" srcOrd="1" destOrd="0" presId="urn:microsoft.com/office/officeart/2005/8/layout/orgChart1"/>
    <dgm:cxn modelId="{B2A27C89-6AC2-4C6F-B2FF-BB91E9AE38E1}" type="presParOf" srcId="{0583B556-1259-45B5-8122-4A1A32753B3D}" destId="{7F049BD3-F36E-4DEF-B4AD-D629595823DA}" srcOrd="1" destOrd="0" presId="urn:microsoft.com/office/officeart/2005/8/layout/orgChart1"/>
    <dgm:cxn modelId="{5ED662D5-F723-404A-89FE-170F1C234846}" type="presParOf" srcId="{7F049BD3-F36E-4DEF-B4AD-D629595823DA}" destId="{505268B7-E51B-4C9D-9AA4-5A89D0E2F999}" srcOrd="0" destOrd="0" presId="urn:microsoft.com/office/officeart/2005/8/layout/orgChart1"/>
    <dgm:cxn modelId="{A64C9595-87C1-468B-86D7-D918DAE36D5F}" type="presParOf" srcId="{7F049BD3-F36E-4DEF-B4AD-D629595823DA}" destId="{D2B69E54-11B7-481F-A6CD-9B433F2E5108}" srcOrd="1" destOrd="0" presId="urn:microsoft.com/office/officeart/2005/8/layout/orgChart1"/>
    <dgm:cxn modelId="{ABAA1643-AA5C-449D-9CEB-68F027C7D54B}" type="presParOf" srcId="{D2B69E54-11B7-481F-A6CD-9B433F2E5108}" destId="{F69B824E-0572-4AB0-AE6E-CBB149AF1C5B}" srcOrd="0" destOrd="0" presId="urn:microsoft.com/office/officeart/2005/8/layout/orgChart1"/>
    <dgm:cxn modelId="{0286BB76-7B82-4340-990C-7152859A1540}" type="presParOf" srcId="{F69B824E-0572-4AB0-AE6E-CBB149AF1C5B}" destId="{67532FFA-7945-4C92-A195-3EF209BC5E45}" srcOrd="0" destOrd="0" presId="urn:microsoft.com/office/officeart/2005/8/layout/orgChart1"/>
    <dgm:cxn modelId="{92F8D229-A468-4405-A32F-9725FF190B8F}" type="presParOf" srcId="{F69B824E-0572-4AB0-AE6E-CBB149AF1C5B}" destId="{A3A4B9E4-90F5-4850-BCC2-8D3F728E692F}" srcOrd="1" destOrd="0" presId="urn:microsoft.com/office/officeart/2005/8/layout/orgChart1"/>
    <dgm:cxn modelId="{F3141FDF-7D05-4877-8246-28E3C9853B61}" type="presParOf" srcId="{D2B69E54-11B7-481F-A6CD-9B433F2E5108}" destId="{DF755E4D-A1D3-4D27-B4E4-FCDFF0D39CD0}" srcOrd="1" destOrd="0" presId="urn:microsoft.com/office/officeart/2005/8/layout/orgChart1"/>
    <dgm:cxn modelId="{0FA2C2AF-67CA-473E-B2D8-EDB0F152B2B6}" type="presParOf" srcId="{D2B69E54-11B7-481F-A6CD-9B433F2E5108}" destId="{F4F01AC3-EFCA-440B-A08B-624C3242CD2A}" srcOrd="2" destOrd="0" presId="urn:microsoft.com/office/officeart/2005/8/layout/orgChart1"/>
    <dgm:cxn modelId="{1C87DA34-B11E-41B7-9EB0-772597473B88}" type="presParOf" srcId="{7F049BD3-F36E-4DEF-B4AD-D629595823DA}" destId="{24C309F4-F253-46B4-8F2B-5B97E61CE7E4}" srcOrd="2" destOrd="0" presId="urn:microsoft.com/office/officeart/2005/8/layout/orgChart1"/>
    <dgm:cxn modelId="{E87B14C3-D411-4BF7-8354-A5A608B82277}" type="presParOf" srcId="{7F049BD3-F36E-4DEF-B4AD-D629595823DA}" destId="{99E32B76-E542-48A7-855C-B83BB9DCEC41}" srcOrd="3" destOrd="0" presId="urn:microsoft.com/office/officeart/2005/8/layout/orgChart1"/>
    <dgm:cxn modelId="{247CFE9B-0F5A-476A-B07A-3329DE179833}" type="presParOf" srcId="{99E32B76-E542-48A7-855C-B83BB9DCEC41}" destId="{D216A7C5-2B62-47EC-9B58-2AD45C2560BD}" srcOrd="0" destOrd="0" presId="urn:microsoft.com/office/officeart/2005/8/layout/orgChart1"/>
    <dgm:cxn modelId="{451916F2-D292-4FC5-9FDF-D284C4D7966A}" type="presParOf" srcId="{D216A7C5-2B62-47EC-9B58-2AD45C2560BD}" destId="{72552F3A-3FFB-47FF-9994-7930114518EF}" srcOrd="0" destOrd="0" presId="urn:microsoft.com/office/officeart/2005/8/layout/orgChart1"/>
    <dgm:cxn modelId="{EAA10DC5-BAEA-4E7B-BAAA-3B167000BC99}" type="presParOf" srcId="{D216A7C5-2B62-47EC-9B58-2AD45C2560BD}" destId="{504E6C36-C813-4A46-899D-C73152F41F24}" srcOrd="1" destOrd="0" presId="urn:microsoft.com/office/officeart/2005/8/layout/orgChart1"/>
    <dgm:cxn modelId="{4D474A3C-E494-45BA-9605-34D794798606}" type="presParOf" srcId="{99E32B76-E542-48A7-855C-B83BB9DCEC41}" destId="{DE26E318-59CD-4DDA-AF75-BA92E56D090F}" srcOrd="1" destOrd="0" presId="urn:microsoft.com/office/officeart/2005/8/layout/orgChart1"/>
    <dgm:cxn modelId="{56408802-748E-4EE8-B555-4E31F7402E45}" type="presParOf" srcId="{99E32B76-E542-48A7-855C-B83BB9DCEC41}" destId="{6E2A44C2-05B3-4A12-9F89-6F0818A6B47F}" srcOrd="2" destOrd="0" presId="urn:microsoft.com/office/officeart/2005/8/layout/orgChart1"/>
    <dgm:cxn modelId="{291DA588-2E88-414F-9DD8-0A4AA379B813}" type="presParOf" srcId="{0583B556-1259-45B5-8122-4A1A32753B3D}" destId="{AD67614D-5C60-4085-9288-A1B5F7E73FC1}" srcOrd="2" destOrd="0" presId="urn:microsoft.com/office/officeart/2005/8/layout/orgChart1"/>
    <dgm:cxn modelId="{FCDFB798-0DEA-44DB-834A-80CAC58DFE54}" type="presParOf" srcId="{7FF1B99B-BFD1-4000-B951-815B26409557}" destId="{8EDAE05A-465F-463E-A023-1AB8F55AB29A}" srcOrd="5" destOrd="0" presId="urn:microsoft.com/office/officeart/2005/8/layout/orgChart1"/>
    <dgm:cxn modelId="{783DDDBF-D93D-4D9B-BE30-09B290550877}" type="presParOf" srcId="{8EDAE05A-465F-463E-A023-1AB8F55AB29A}" destId="{87EEF157-858C-4742-B4D3-83B8027A91CF}" srcOrd="0" destOrd="0" presId="urn:microsoft.com/office/officeart/2005/8/layout/orgChart1"/>
    <dgm:cxn modelId="{DE565FFD-4BF7-4126-85A3-DBF943B0FE6D}" type="presParOf" srcId="{87EEF157-858C-4742-B4D3-83B8027A91CF}" destId="{912ADA88-19EB-40C1-89E5-32A5C51C373D}" srcOrd="0" destOrd="0" presId="urn:microsoft.com/office/officeart/2005/8/layout/orgChart1"/>
    <dgm:cxn modelId="{4470553A-F0FA-4BC5-86F5-C6B578618D3E}" type="presParOf" srcId="{87EEF157-858C-4742-B4D3-83B8027A91CF}" destId="{2429E2A0-E986-48B0-81C5-260B35A80352}" srcOrd="1" destOrd="0" presId="urn:microsoft.com/office/officeart/2005/8/layout/orgChart1"/>
    <dgm:cxn modelId="{B10B3199-0929-4E6C-AAA1-281D1A699592}" type="presParOf" srcId="{8EDAE05A-465F-463E-A023-1AB8F55AB29A}" destId="{B6C23F84-B9FF-4469-B3C7-C0DABD89E641}" srcOrd="1" destOrd="0" presId="urn:microsoft.com/office/officeart/2005/8/layout/orgChart1"/>
    <dgm:cxn modelId="{A310F90B-C720-44AD-A561-0CE82AC0C5AB}" type="presParOf" srcId="{B6C23F84-B9FF-4469-B3C7-C0DABD89E641}" destId="{D3EEF34E-D9D2-4FF6-9085-A30C91781A86}" srcOrd="0" destOrd="0" presId="urn:microsoft.com/office/officeart/2005/8/layout/orgChart1"/>
    <dgm:cxn modelId="{F517C82C-D9C0-41F1-A198-5A5693CE9D13}" type="presParOf" srcId="{B6C23F84-B9FF-4469-B3C7-C0DABD89E641}" destId="{5CC0A385-E3BE-45C7-A35D-607B3EF72F1F}" srcOrd="1" destOrd="0" presId="urn:microsoft.com/office/officeart/2005/8/layout/orgChart1"/>
    <dgm:cxn modelId="{62ECEACA-05CD-47DD-A03B-EE0A2462D669}" type="presParOf" srcId="{5CC0A385-E3BE-45C7-A35D-607B3EF72F1F}" destId="{1C66D852-8A1E-4056-A766-E0C28DE8444B}" srcOrd="0" destOrd="0" presId="urn:microsoft.com/office/officeart/2005/8/layout/orgChart1"/>
    <dgm:cxn modelId="{022C2351-50E3-49E8-928F-88484A0F73A9}" type="presParOf" srcId="{1C66D852-8A1E-4056-A766-E0C28DE8444B}" destId="{9E1A2695-726A-466C-A539-626C6A6191FC}" srcOrd="0" destOrd="0" presId="urn:microsoft.com/office/officeart/2005/8/layout/orgChart1"/>
    <dgm:cxn modelId="{C27345ED-4E5C-4B7E-893D-7098B64DAF33}" type="presParOf" srcId="{1C66D852-8A1E-4056-A766-E0C28DE8444B}" destId="{97B7B80F-64E8-47D2-8B1D-09B08212A04C}" srcOrd="1" destOrd="0" presId="urn:microsoft.com/office/officeart/2005/8/layout/orgChart1"/>
    <dgm:cxn modelId="{8F9BCE30-0F57-4554-906A-FD6C23BCC6A4}" type="presParOf" srcId="{5CC0A385-E3BE-45C7-A35D-607B3EF72F1F}" destId="{860CDA9A-985B-4BBA-8991-3444776D2496}" srcOrd="1" destOrd="0" presId="urn:microsoft.com/office/officeart/2005/8/layout/orgChart1"/>
    <dgm:cxn modelId="{52704C3E-E46F-40F6-9C5A-677147E8F741}" type="presParOf" srcId="{5CC0A385-E3BE-45C7-A35D-607B3EF72F1F}" destId="{8E508131-FC6D-48A1-8C3E-CCD51BF57753}" srcOrd="2" destOrd="0" presId="urn:microsoft.com/office/officeart/2005/8/layout/orgChart1"/>
    <dgm:cxn modelId="{013C0F73-FC01-4606-AE01-38F1CA369E2F}" type="presParOf" srcId="{B6C23F84-B9FF-4469-B3C7-C0DABD89E641}" destId="{8BDB8B22-3AAD-43BA-9274-7333EA1F03FF}" srcOrd="2" destOrd="0" presId="urn:microsoft.com/office/officeart/2005/8/layout/orgChart1"/>
    <dgm:cxn modelId="{D38D9D23-8B5E-4048-8043-095362CE3877}" type="presParOf" srcId="{B6C23F84-B9FF-4469-B3C7-C0DABD89E641}" destId="{8166F841-4B09-48F0-923F-B4FB7D4BEB46}" srcOrd="3" destOrd="0" presId="urn:microsoft.com/office/officeart/2005/8/layout/orgChart1"/>
    <dgm:cxn modelId="{901F101D-8FAB-452E-A73F-DE887B6ACCB6}" type="presParOf" srcId="{8166F841-4B09-48F0-923F-B4FB7D4BEB46}" destId="{7C98DE06-8252-4AFA-8D93-6095861DBE2B}" srcOrd="0" destOrd="0" presId="urn:microsoft.com/office/officeart/2005/8/layout/orgChart1"/>
    <dgm:cxn modelId="{83E1DB50-052B-4883-AFDE-9A6B399E3D87}" type="presParOf" srcId="{7C98DE06-8252-4AFA-8D93-6095861DBE2B}" destId="{74325ABA-4803-4AB5-AB0C-7F59CE60772F}" srcOrd="0" destOrd="0" presId="urn:microsoft.com/office/officeart/2005/8/layout/orgChart1"/>
    <dgm:cxn modelId="{0EE10AD6-8020-4E10-B655-92EBE41CB676}" type="presParOf" srcId="{7C98DE06-8252-4AFA-8D93-6095861DBE2B}" destId="{B730B0BB-8C86-424B-94FD-09B3AADC073E}" srcOrd="1" destOrd="0" presId="urn:microsoft.com/office/officeart/2005/8/layout/orgChart1"/>
    <dgm:cxn modelId="{D06BD4D5-1530-43CC-89B9-3BA8C08038C8}" type="presParOf" srcId="{8166F841-4B09-48F0-923F-B4FB7D4BEB46}" destId="{58C282C5-11C5-43EB-AF85-39C436CB4B84}" srcOrd="1" destOrd="0" presId="urn:microsoft.com/office/officeart/2005/8/layout/orgChart1"/>
    <dgm:cxn modelId="{227F3FC4-4C61-43D9-84AF-7A402E89F46E}" type="presParOf" srcId="{8166F841-4B09-48F0-923F-B4FB7D4BEB46}" destId="{5EC77F97-B66A-4219-A1A0-8BAADD83646D}" srcOrd="2" destOrd="0" presId="urn:microsoft.com/office/officeart/2005/8/layout/orgChart1"/>
    <dgm:cxn modelId="{530E63BD-EDE3-4E7A-BB91-7B42B382CD3C}" type="presParOf" srcId="{8EDAE05A-465F-463E-A023-1AB8F55AB29A}" destId="{2133B662-5A9C-44C7-81DE-9228336DFD86}" srcOrd="2" destOrd="0" presId="urn:microsoft.com/office/officeart/2005/8/layout/orgChart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53BA40E-B758-408D-8486-C02C5B2EB1DB}" type="doc">
      <dgm:prSet loTypeId="urn:microsoft.com/office/officeart/2005/8/layout/radial2" loCatId="relationship" qsTypeId="urn:microsoft.com/office/officeart/2005/8/quickstyle/simple1" qsCatId="simple" csTypeId="urn:microsoft.com/office/officeart/2005/8/colors/accent1_2" csCatId="accent1" phldr="1"/>
      <dgm:spPr/>
      <dgm:t>
        <a:bodyPr/>
        <a:lstStyle/>
        <a:p>
          <a:endParaRPr lang="en-US"/>
        </a:p>
      </dgm:t>
    </dgm:pt>
    <dgm:pt modelId="{8209A7FA-1AFF-4DB9-9869-36CC92776974}">
      <dgm:prSet custT="1"/>
      <dgm:spPr>
        <a:solidFill>
          <a:srgbClr val="0070C0"/>
        </a:solidFill>
      </dgm:spPr>
      <dgm:t>
        <a:bodyPr/>
        <a:lstStyle/>
        <a:p>
          <a:r>
            <a:rPr lang="en-US" sz="1600" b="1" dirty="0"/>
            <a:t>INDIVIDUAL CHALLENGES</a:t>
          </a:r>
          <a:endParaRPr lang="en-US" sz="1600" dirty="0"/>
        </a:p>
      </dgm:t>
    </dgm:pt>
    <dgm:pt modelId="{772F6411-C803-4643-A46F-9261C6B52D45}" type="parTrans" cxnId="{5AF1FF83-BFD9-426B-A7AB-E2B1EB126C1C}">
      <dgm:prSet/>
      <dgm:spPr/>
      <dgm:t>
        <a:bodyPr/>
        <a:lstStyle/>
        <a:p>
          <a:endParaRPr lang="en-US" sz="2000"/>
        </a:p>
      </dgm:t>
    </dgm:pt>
    <dgm:pt modelId="{0A2E0537-1E5F-48B2-8040-28728D752BA9}" type="sibTrans" cxnId="{5AF1FF83-BFD9-426B-A7AB-E2B1EB126C1C}">
      <dgm:prSet/>
      <dgm:spPr/>
      <dgm:t>
        <a:bodyPr/>
        <a:lstStyle/>
        <a:p>
          <a:endParaRPr lang="en-US"/>
        </a:p>
      </dgm:t>
    </dgm:pt>
    <dgm:pt modelId="{B1EA95E3-70BF-4D54-8FA1-2EA718116E8D}">
      <dgm:prSet custT="1"/>
      <dgm:spPr>
        <a:solidFill>
          <a:srgbClr val="0070C0"/>
        </a:solidFill>
      </dgm:spPr>
      <dgm:t>
        <a:bodyPr/>
        <a:lstStyle/>
        <a:p>
          <a:r>
            <a:rPr lang="en-US" sz="1600" dirty="0"/>
            <a:t>ORGANIZATIONAL CHALLENGES</a:t>
          </a:r>
        </a:p>
      </dgm:t>
    </dgm:pt>
    <dgm:pt modelId="{79EF603D-F74F-41CB-99E0-4C558C6FD0CB}" type="parTrans" cxnId="{20ED423D-5E27-4797-A305-D64329F058ED}">
      <dgm:prSet/>
      <dgm:spPr/>
      <dgm:t>
        <a:bodyPr/>
        <a:lstStyle/>
        <a:p>
          <a:endParaRPr lang="en-US"/>
        </a:p>
      </dgm:t>
    </dgm:pt>
    <dgm:pt modelId="{DC05F7CA-F032-4415-9668-7AF02ED64CE4}" type="sibTrans" cxnId="{20ED423D-5E27-4797-A305-D64329F058ED}">
      <dgm:prSet/>
      <dgm:spPr/>
      <dgm:t>
        <a:bodyPr/>
        <a:lstStyle/>
        <a:p>
          <a:endParaRPr lang="en-US"/>
        </a:p>
      </dgm:t>
    </dgm:pt>
    <dgm:pt modelId="{FFB93FCA-13F4-404C-AA88-3D920EFB14D2}" type="pres">
      <dgm:prSet presAssocID="{F53BA40E-B758-408D-8486-C02C5B2EB1DB}" presName="composite" presStyleCnt="0">
        <dgm:presLayoutVars>
          <dgm:chMax val="5"/>
          <dgm:dir/>
          <dgm:animLvl val="ctr"/>
          <dgm:resizeHandles val="exact"/>
        </dgm:presLayoutVars>
      </dgm:prSet>
      <dgm:spPr/>
    </dgm:pt>
    <dgm:pt modelId="{020A36B7-622A-4FD3-A789-20E31FF13492}" type="pres">
      <dgm:prSet presAssocID="{F53BA40E-B758-408D-8486-C02C5B2EB1DB}" presName="cycle" presStyleCnt="0"/>
      <dgm:spPr/>
    </dgm:pt>
    <dgm:pt modelId="{9129FE0B-B2BD-4F8F-9B32-F1C89EEC24BA}" type="pres">
      <dgm:prSet presAssocID="{F53BA40E-B758-408D-8486-C02C5B2EB1DB}" presName="centerShape" presStyleCnt="0"/>
      <dgm:spPr/>
    </dgm:pt>
    <dgm:pt modelId="{D3BD37E9-49C2-4D69-8481-8759758A5996}" type="pres">
      <dgm:prSet presAssocID="{F53BA40E-B758-408D-8486-C02C5B2EB1DB}" presName="connSite" presStyleLbl="node1" presStyleIdx="0" presStyleCnt="3"/>
      <dgm:spPr/>
    </dgm:pt>
    <dgm:pt modelId="{2F2E1D8D-4940-4062-90A8-E317759F8F20}" type="pres">
      <dgm:prSet presAssocID="{F53BA40E-B758-408D-8486-C02C5B2EB1DB}" presName="visible" presStyleLbl="node1" presStyleIdx="0" presStyleCnt="3" custScaleX="99452" custScaleY="100079" custLinFactNeighborX="-196" custLinFactNeighborY="-1523"/>
      <dgm:spPr>
        <a:blipFill>
          <a:blip xmlns:r="http://schemas.openxmlformats.org/officeDocument/2006/relationships" r:embed="rId1">
            <a:extLst>
              <a:ext uri="{28A0092B-C50C-407E-A947-70E740481C1C}">
                <a14:useLocalDpi xmlns:a14="http://schemas.microsoft.com/office/drawing/2010/main" val="0"/>
              </a:ext>
            </a:extLst>
          </a:blip>
          <a:srcRect/>
          <a:stretch>
            <a:fillRect l="-25000" r="-25000"/>
          </a:stretch>
        </a:blipFill>
      </dgm:spPr>
    </dgm:pt>
    <dgm:pt modelId="{5EDAA2F1-E0A8-436A-998F-B95675DB336E}" type="pres">
      <dgm:prSet presAssocID="{772F6411-C803-4643-A46F-9261C6B52D45}" presName="Name25" presStyleLbl="parChTrans1D1" presStyleIdx="0" presStyleCnt="2"/>
      <dgm:spPr/>
    </dgm:pt>
    <dgm:pt modelId="{B74F3777-2F41-4083-9C90-589F102552E7}" type="pres">
      <dgm:prSet presAssocID="{8209A7FA-1AFF-4DB9-9869-36CC92776974}" presName="node" presStyleCnt="0"/>
      <dgm:spPr/>
    </dgm:pt>
    <dgm:pt modelId="{0AE759F6-FEFA-480D-BDF1-217CB6CA0E43}" type="pres">
      <dgm:prSet presAssocID="{8209A7FA-1AFF-4DB9-9869-36CC92776974}" presName="parentNode" presStyleLbl="node1" presStyleIdx="1" presStyleCnt="3" custScaleX="119408" custScaleY="115615" custLinFactNeighborX="76145" custLinFactNeighborY="207">
        <dgm:presLayoutVars>
          <dgm:chMax val="1"/>
          <dgm:bulletEnabled val="1"/>
        </dgm:presLayoutVars>
      </dgm:prSet>
      <dgm:spPr/>
    </dgm:pt>
    <dgm:pt modelId="{AAE6C212-B282-4EE8-9425-147395B1B3A6}" type="pres">
      <dgm:prSet presAssocID="{8209A7FA-1AFF-4DB9-9869-36CC92776974}" presName="childNode" presStyleLbl="revTx" presStyleIdx="0" presStyleCnt="0">
        <dgm:presLayoutVars>
          <dgm:bulletEnabled val="1"/>
        </dgm:presLayoutVars>
      </dgm:prSet>
      <dgm:spPr/>
    </dgm:pt>
    <dgm:pt modelId="{EC658B17-30E6-4A64-85C9-DC731A9AD100}" type="pres">
      <dgm:prSet presAssocID="{79EF603D-F74F-41CB-99E0-4C558C6FD0CB}" presName="Name25" presStyleLbl="parChTrans1D1" presStyleIdx="1" presStyleCnt="2"/>
      <dgm:spPr/>
    </dgm:pt>
    <dgm:pt modelId="{A7FD090E-A37F-4A86-8F32-9C2C3DC08ECE}" type="pres">
      <dgm:prSet presAssocID="{B1EA95E3-70BF-4D54-8FA1-2EA718116E8D}" presName="node" presStyleCnt="0"/>
      <dgm:spPr/>
    </dgm:pt>
    <dgm:pt modelId="{294E8E02-BD86-46D6-8C68-ED34CF71A986}" type="pres">
      <dgm:prSet presAssocID="{B1EA95E3-70BF-4D54-8FA1-2EA718116E8D}" presName="parentNode" presStyleLbl="node1" presStyleIdx="2" presStyleCnt="3" custScaleX="122757" custScaleY="122708" custLinFactNeighborX="78585" custLinFactNeighborY="-488">
        <dgm:presLayoutVars>
          <dgm:chMax val="1"/>
          <dgm:bulletEnabled val="1"/>
        </dgm:presLayoutVars>
      </dgm:prSet>
      <dgm:spPr/>
    </dgm:pt>
    <dgm:pt modelId="{4570ADD0-BA3B-4FCF-B777-D8B56919DCED}" type="pres">
      <dgm:prSet presAssocID="{B1EA95E3-70BF-4D54-8FA1-2EA718116E8D}" presName="childNode" presStyleLbl="revTx" presStyleIdx="0" presStyleCnt="0">
        <dgm:presLayoutVars>
          <dgm:bulletEnabled val="1"/>
        </dgm:presLayoutVars>
      </dgm:prSet>
      <dgm:spPr/>
    </dgm:pt>
  </dgm:ptLst>
  <dgm:cxnLst>
    <dgm:cxn modelId="{FA51191E-49BA-475B-AFD3-40F527238BE0}" type="presOf" srcId="{79EF603D-F74F-41CB-99E0-4C558C6FD0CB}" destId="{EC658B17-30E6-4A64-85C9-DC731A9AD100}" srcOrd="0" destOrd="0" presId="urn:microsoft.com/office/officeart/2005/8/layout/radial2"/>
    <dgm:cxn modelId="{20ED423D-5E27-4797-A305-D64329F058ED}" srcId="{F53BA40E-B758-408D-8486-C02C5B2EB1DB}" destId="{B1EA95E3-70BF-4D54-8FA1-2EA718116E8D}" srcOrd="1" destOrd="0" parTransId="{79EF603D-F74F-41CB-99E0-4C558C6FD0CB}" sibTransId="{DC05F7CA-F032-4415-9668-7AF02ED64CE4}"/>
    <dgm:cxn modelId="{73121161-C11E-482E-93F7-953EC6A174EE}" type="presOf" srcId="{F53BA40E-B758-408D-8486-C02C5B2EB1DB}" destId="{FFB93FCA-13F4-404C-AA88-3D920EFB14D2}" srcOrd="0" destOrd="0" presId="urn:microsoft.com/office/officeart/2005/8/layout/radial2"/>
    <dgm:cxn modelId="{5AF1FF83-BFD9-426B-A7AB-E2B1EB126C1C}" srcId="{F53BA40E-B758-408D-8486-C02C5B2EB1DB}" destId="{8209A7FA-1AFF-4DB9-9869-36CC92776974}" srcOrd="0" destOrd="0" parTransId="{772F6411-C803-4643-A46F-9261C6B52D45}" sibTransId="{0A2E0537-1E5F-48B2-8040-28728D752BA9}"/>
    <dgm:cxn modelId="{9405AA8C-1E43-4946-9169-3A5347085035}" type="presOf" srcId="{B1EA95E3-70BF-4D54-8FA1-2EA718116E8D}" destId="{294E8E02-BD86-46D6-8C68-ED34CF71A986}" srcOrd="0" destOrd="0" presId="urn:microsoft.com/office/officeart/2005/8/layout/radial2"/>
    <dgm:cxn modelId="{BBB86CE2-9094-4934-8B9C-00F7857877C6}" type="presOf" srcId="{772F6411-C803-4643-A46F-9261C6B52D45}" destId="{5EDAA2F1-E0A8-436A-998F-B95675DB336E}" srcOrd="0" destOrd="0" presId="urn:microsoft.com/office/officeart/2005/8/layout/radial2"/>
    <dgm:cxn modelId="{A7EE37F7-053B-4A57-B91A-BC27ACB62D30}" type="presOf" srcId="{8209A7FA-1AFF-4DB9-9869-36CC92776974}" destId="{0AE759F6-FEFA-480D-BDF1-217CB6CA0E43}" srcOrd="0" destOrd="0" presId="urn:microsoft.com/office/officeart/2005/8/layout/radial2"/>
    <dgm:cxn modelId="{70251B4E-3AC7-40FF-9F36-6A9661F6BF06}" type="presParOf" srcId="{FFB93FCA-13F4-404C-AA88-3D920EFB14D2}" destId="{020A36B7-622A-4FD3-A789-20E31FF13492}" srcOrd="0" destOrd="0" presId="urn:microsoft.com/office/officeart/2005/8/layout/radial2"/>
    <dgm:cxn modelId="{C7A1C281-4DE3-41C8-AAF8-7DE2CB4A14F6}" type="presParOf" srcId="{020A36B7-622A-4FD3-A789-20E31FF13492}" destId="{9129FE0B-B2BD-4F8F-9B32-F1C89EEC24BA}" srcOrd="0" destOrd="0" presId="urn:microsoft.com/office/officeart/2005/8/layout/radial2"/>
    <dgm:cxn modelId="{87F6E934-25DE-463C-A74D-20948382664A}" type="presParOf" srcId="{9129FE0B-B2BD-4F8F-9B32-F1C89EEC24BA}" destId="{D3BD37E9-49C2-4D69-8481-8759758A5996}" srcOrd="0" destOrd="0" presId="urn:microsoft.com/office/officeart/2005/8/layout/radial2"/>
    <dgm:cxn modelId="{92A2DCBF-BAD4-4FA0-B2F3-7572CFEDE396}" type="presParOf" srcId="{9129FE0B-B2BD-4F8F-9B32-F1C89EEC24BA}" destId="{2F2E1D8D-4940-4062-90A8-E317759F8F20}" srcOrd="1" destOrd="0" presId="urn:microsoft.com/office/officeart/2005/8/layout/radial2"/>
    <dgm:cxn modelId="{66DDC3CB-B66C-41C7-8D68-091E2E79DC5A}" type="presParOf" srcId="{020A36B7-622A-4FD3-A789-20E31FF13492}" destId="{5EDAA2F1-E0A8-436A-998F-B95675DB336E}" srcOrd="1" destOrd="0" presId="urn:microsoft.com/office/officeart/2005/8/layout/radial2"/>
    <dgm:cxn modelId="{95752962-1F64-46A4-B606-41D60FFF1081}" type="presParOf" srcId="{020A36B7-622A-4FD3-A789-20E31FF13492}" destId="{B74F3777-2F41-4083-9C90-589F102552E7}" srcOrd="2" destOrd="0" presId="urn:microsoft.com/office/officeart/2005/8/layout/radial2"/>
    <dgm:cxn modelId="{224423AE-CDDC-40E4-8F5A-E9273A414319}" type="presParOf" srcId="{B74F3777-2F41-4083-9C90-589F102552E7}" destId="{0AE759F6-FEFA-480D-BDF1-217CB6CA0E43}" srcOrd="0" destOrd="0" presId="urn:microsoft.com/office/officeart/2005/8/layout/radial2"/>
    <dgm:cxn modelId="{08034EA4-EBD3-4301-83C2-313FF0188EB5}" type="presParOf" srcId="{B74F3777-2F41-4083-9C90-589F102552E7}" destId="{AAE6C212-B282-4EE8-9425-147395B1B3A6}" srcOrd="1" destOrd="0" presId="urn:microsoft.com/office/officeart/2005/8/layout/radial2"/>
    <dgm:cxn modelId="{EAB73511-FCCB-413C-B665-B8DFF688C7BA}" type="presParOf" srcId="{020A36B7-622A-4FD3-A789-20E31FF13492}" destId="{EC658B17-30E6-4A64-85C9-DC731A9AD100}" srcOrd="3" destOrd="0" presId="urn:microsoft.com/office/officeart/2005/8/layout/radial2"/>
    <dgm:cxn modelId="{49172E67-AD8B-4C9A-A4F6-4A5B23F1B2CB}" type="presParOf" srcId="{020A36B7-622A-4FD3-A789-20E31FF13492}" destId="{A7FD090E-A37F-4A86-8F32-9C2C3DC08ECE}" srcOrd="4" destOrd="0" presId="urn:microsoft.com/office/officeart/2005/8/layout/radial2"/>
    <dgm:cxn modelId="{76438B30-FB4A-405D-B998-F423C6E56CD3}" type="presParOf" srcId="{A7FD090E-A37F-4A86-8F32-9C2C3DC08ECE}" destId="{294E8E02-BD86-46D6-8C68-ED34CF71A986}" srcOrd="0" destOrd="0" presId="urn:microsoft.com/office/officeart/2005/8/layout/radial2"/>
    <dgm:cxn modelId="{843AA629-9F6B-4A3F-8CAB-9348AD4AA46F}" type="presParOf" srcId="{A7FD090E-A37F-4A86-8F32-9C2C3DC08ECE}" destId="{4570ADD0-BA3B-4FCF-B777-D8B56919DCED}" srcOrd="1" destOrd="0" presId="urn:microsoft.com/office/officeart/2005/8/layout/radial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5FC5C91-3F66-4BF8-9FB9-6897E87D189E}"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7B33A34C-3265-48E2-A15F-76F36E819926}">
      <dgm:prSet phldrT="[Text]"/>
      <dgm:spPr>
        <a:solidFill>
          <a:schemeClr val="tx1">
            <a:lumMod val="65000"/>
          </a:schemeClr>
        </a:solidFill>
      </dgm:spPr>
      <dgm:t>
        <a:bodyPr/>
        <a:lstStyle/>
        <a:p>
          <a:r>
            <a:rPr lang="en-US" dirty="0"/>
            <a:t>1.</a:t>
          </a:r>
        </a:p>
      </dgm:t>
    </dgm:pt>
    <dgm:pt modelId="{B26EC08A-64A7-43BC-B3B5-D1B3FAF5A3B1}" type="parTrans" cxnId="{849385D7-5D2C-41C7-BBAB-608C3763C22A}">
      <dgm:prSet/>
      <dgm:spPr/>
      <dgm:t>
        <a:bodyPr/>
        <a:lstStyle/>
        <a:p>
          <a:endParaRPr lang="en-US"/>
        </a:p>
      </dgm:t>
    </dgm:pt>
    <dgm:pt modelId="{54E4FB5F-F578-40C2-9F10-8668FD6FF8E8}" type="sibTrans" cxnId="{849385D7-5D2C-41C7-BBAB-608C3763C22A}">
      <dgm:prSet/>
      <dgm:spPr/>
      <dgm:t>
        <a:bodyPr/>
        <a:lstStyle/>
        <a:p>
          <a:endParaRPr lang="en-US"/>
        </a:p>
      </dgm:t>
    </dgm:pt>
    <dgm:pt modelId="{BA6F952C-71B1-43BF-9A81-6A8FFA7EB2B8}">
      <dgm:prSet phldrT="[Text]"/>
      <dgm:spPr/>
      <dgm:t>
        <a:bodyPr/>
        <a:lstStyle/>
        <a:p>
          <a:r>
            <a:rPr lang="en-US" dirty="0"/>
            <a:t>Maintain organized records and documents for each client using digital tools.</a:t>
          </a:r>
        </a:p>
      </dgm:t>
    </dgm:pt>
    <dgm:pt modelId="{58BF1FB3-C273-4C22-835E-42BB42E9643A}" type="parTrans" cxnId="{CBF2C21D-106F-457E-A7D4-FE524BFBECF1}">
      <dgm:prSet/>
      <dgm:spPr/>
      <dgm:t>
        <a:bodyPr/>
        <a:lstStyle/>
        <a:p>
          <a:endParaRPr lang="en-US"/>
        </a:p>
      </dgm:t>
    </dgm:pt>
    <dgm:pt modelId="{42A3481A-5FFC-4989-B7EE-A1BB3D37ABE6}" type="sibTrans" cxnId="{CBF2C21D-106F-457E-A7D4-FE524BFBECF1}">
      <dgm:prSet/>
      <dgm:spPr/>
      <dgm:t>
        <a:bodyPr/>
        <a:lstStyle/>
        <a:p>
          <a:endParaRPr lang="en-US"/>
        </a:p>
      </dgm:t>
    </dgm:pt>
    <dgm:pt modelId="{A910F77E-61DD-400B-9C86-0ACF52876EF3}">
      <dgm:prSet phldrT="[Text]"/>
      <dgm:spPr>
        <a:solidFill>
          <a:schemeClr val="tx1">
            <a:lumMod val="65000"/>
          </a:schemeClr>
        </a:solidFill>
      </dgm:spPr>
      <dgm:t>
        <a:bodyPr/>
        <a:lstStyle/>
        <a:p>
          <a:r>
            <a:rPr lang="en-US" dirty="0"/>
            <a:t>2.</a:t>
          </a:r>
        </a:p>
      </dgm:t>
    </dgm:pt>
    <dgm:pt modelId="{356F6BBB-C165-49F8-AAD8-427A1B03292F}" type="parTrans" cxnId="{E59C5CDF-F6A0-49A4-ADE1-18F18CA6FD93}">
      <dgm:prSet/>
      <dgm:spPr/>
      <dgm:t>
        <a:bodyPr/>
        <a:lstStyle/>
        <a:p>
          <a:endParaRPr lang="en-US"/>
        </a:p>
      </dgm:t>
    </dgm:pt>
    <dgm:pt modelId="{3E46D305-2D3F-4A0F-9516-E324552FA71B}" type="sibTrans" cxnId="{E59C5CDF-F6A0-49A4-ADE1-18F18CA6FD93}">
      <dgm:prSet/>
      <dgm:spPr/>
      <dgm:t>
        <a:bodyPr/>
        <a:lstStyle/>
        <a:p>
          <a:endParaRPr lang="en-US"/>
        </a:p>
      </dgm:t>
    </dgm:pt>
    <dgm:pt modelId="{9CECC045-E719-4DF7-9B69-72991C04963D}">
      <dgm:prSet phldrT="[Text]"/>
      <dgm:spPr/>
      <dgm:t>
        <a:bodyPr/>
        <a:lstStyle/>
        <a:p>
          <a:r>
            <a:rPr lang="en-US" dirty="0"/>
            <a:t>Prioritize tasks and meetings based on urgency.</a:t>
          </a:r>
        </a:p>
      </dgm:t>
    </dgm:pt>
    <dgm:pt modelId="{2C0E3E38-D3F9-4778-8C0B-1C9DA5A0EE5F}" type="parTrans" cxnId="{9FD278E2-1260-44A7-8918-D80A57D6CB1F}">
      <dgm:prSet/>
      <dgm:spPr/>
      <dgm:t>
        <a:bodyPr/>
        <a:lstStyle/>
        <a:p>
          <a:endParaRPr lang="en-US"/>
        </a:p>
      </dgm:t>
    </dgm:pt>
    <dgm:pt modelId="{011D1A95-BE70-436C-A48D-FC3D236D05F4}" type="sibTrans" cxnId="{9FD278E2-1260-44A7-8918-D80A57D6CB1F}">
      <dgm:prSet/>
      <dgm:spPr/>
      <dgm:t>
        <a:bodyPr/>
        <a:lstStyle/>
        <a:p>
          <a:endParaRPr lang="en-US"/>
        </a:p>
      </dgm:t>
    </dgm:pt>
    <dgm:pt modelId="{4EF12D01-E578-4E81-8D4A-6FDEB3A08A90}">
      <dgm:prSet phldrT="[Text]"/>
      <dgm:spPr>
        <a:solidFill>
          <a:schemeClr val="tx1">
            <a:lumMod val="65000"/>
          </a:schemeClr>
        </a:solidFill>
      </dgm:spPr>
      <dgm:t>
        <a:bodyPr/>
        <a:lstStyle/>
        <a:p>
          <a:r>
            <a:rPr lang="en-US" dirty="0"/>
            <a:t>3.</a:t>
          </a:r>
        </a:p>
      </dgm:t>
    </dgm:pt>
    <dgm:pt modelId="{A2430BB8-8C1B-446F-BD76-159CEC9B3252}" type="parTrans" cxnId="{8569E18A-3BA4-4193-8D54-5BDCB98F3A9B}">
      <dgm:prSet/>
      <dgm:spPr/>
      <dgm:t>
        <a:bodyPr/>
        <a:lstStyle/>
        <a:p>
          <a:endParaRPr lang="en-US"/>
        </a:p>
      </dgm:t>
    </dgm:pt>
    <dgm:pt modelId="{BAB62A57-6113-4997-954A-2BB5B5B0AF8F}" type="sibTrans" cxnId="{8569E18A-3BA4-4193-8D54-5BDCB98F3A9B}">
      <dgm:prSet/>
      <dgm:spPr/>
      <dgm:t>
        <a:bodyPr/>
        <a:lstStyle/>
        <a:p>
          <a:endParaRPr lang="en-US"/>
        </a:p>
      </dgm:t>
    </dgm:pt>
    <dgm:pt modelId="{BB185CAA-49CD-4987-9915-A735D9C86C9E}">
      <dgm:prSet phldrT="[Text]"/>
      <dgm:spPr/>
      <dgm:t>
        <a:bodyPr/>
        <a:lstStyle/>
        <a:p>
          <a:r>
            <a:rPr lang="en-US" dirty="0"/>
            <a:t>Stay consistent and prepared for meetings and events.</a:t>
          </a:r>
        </a:p>
      </dgm:t>
    </dgm:pt>
    <dgm:pt modelId="{A412EC6B-D554-4797-B8B2-A0213F0B6A20}" type="parTrans" cxnId="{67E26580-1020-47C4-BCBC-AB182C91C4F7}">
      <dgm:prSet/>
      <dgm:spPr/>
      <dgm:t>
        <a:bodyPr/>
        <a:lstStyle/>
        <a:p>
          <a:endParaRPr lang="en-US"/>
        </a:p>
      </dgm:t>
    </dgm:pt>
    <dgm:pt modelId="{57847363-C41E-4A1D-B706-315879E4CB2E}" type="sibTrans" cxnId="{67E26580-1020-47C4-BCBC-AB182C91C4F7}">
      <dgm:prSet/>
      <dgm:spPr/>
      <dgm:t>
        <a:bodyPr/>
        <a:lstStyle/>
        <a:p>
          <a:endParaRPr lang="en-US"/>
        </a:p>
      </dgm:t>
    </dgm:pt>
    <dgm:pt modelId="{43D874BD-1AF4-470F-9899-CA6E035A8A7B}" type="pres">
      <dgm:prSet presAssocID="{05FC5C91-3F66-4BF8-9FB9-6897E87D189E}" presName="linearFlow" presStyleCnt="0">
        <dgm:presLayoutVars>
          <dgm:dir/>
          <dgm:animLvl val="lvl"/>
          <dgm:resizeHandles val="exact"/>
        </dgm:presLayoutVars>
      </dgm:prSet>
      <dgm:spPr/>
    </dgm:pt>
    <dgm:pt modelId="{CCBDAADC-8AF7-452C-8AD6-7B3599186ADF}" type="pres">
      <dgm:prSet presAssocID="{7B33A34C-3265-48E2-A15F-76F36E819926}" presName="composite" presStyleCnt="0"/>
      <dgm:spPr/>
    </dgm:pt>
    <dgm:pt modelId="{BF3F5639-3909-44DF-B761-2C4E0DAB4F4D}" type="pres">
      <dgm:prSet presAssocID="{7B33A34C-3265-48E2-A15F-76F36E819926}" presName="parentText" presStyleLbl="alignNode1" presStyleIdx="0" presStyleCnt="3">
        <dgm:presLayoutVars>
          <dgm:chMax val="1"/>
          <dgm:bulletEnabled val="1"/>
        </dgm:presLayoutVars>
      </dgm:prSet>
      <dgm:spPr/>
    </dgm:pt>
    <dgm:pt modelId="{365E2129-2BD6-4F7A-800B-530442451349}" type="pres">
      <dgm:prSet presAssocID="{7B33A34C-3265-48E2-A15F-76F36E819926}" presName="descendantText" presStyleLbl="alignAcc1" presStyleIdx="0" presStyleCnt="3" custLinFactNeighborX="-426">
        <dgm:presLayoutVars>
          <dgm:bulletEnabled val="1"/>
        </dgm:presLayoutVars>
      </dgm:prSet>
      <dgm:spPr/>
    </dgm:pt>
    <dgm:pt modelId="{CB4AF395-1BBC-4AD2-82F5-9FA6139AA3E2}" type="pres">
      <dgm:prSet presAssocID="{54E4FB5F-F578-40C2-9F10-8668FD6FF8E8}" presName="sp" presStyleCnt="0"/>
      <dgm:spPr/>
    </dgm:pt>
    <dgm:pt modelId="{D51F696E-BB80-4F43-9C16-94A7869F5168}" type="pres">
      <dgm:prSet presAssocID="{A910F77E-61DD-400B-9C86-0ACF52876EF3}" presName="composite" presStyleCnt="0"/>
      <dgm:spPr/>
    </dgm:pt>
    <dgm:pt modelId="{8C9B685C-0400-479D-B300-32CBC4115977}" type="pres">
      <dgm:prSet presAssocID="{A910F77E-61DD-400B-9C86-0ACF52876EF3}" presName="parentText" presStyleLbl="alignNode1" presStyleIdx="1" presStyleCnt="3" custLinFactNeighborY="-15444">
        <dgm:presLayoutVars>
          <dgm:chMax val="1"/>
          <dgm:bulletEnabled val="1"/>
        </dgm:presLayoutVars>
      </dgm:prSet>
      <dgm:spPr/>
    </dgm:pt>
    <dgm:pt modelId="{6483D3C0-FECC-4FE1-8B4C-6839A0ACC2D2}" type="pres">
      <dgm:prSet presAssocID="{A910F77E-61DD-400B-9C86-0ACF52876EF3}" presName="descendantText" presStyleLbl="alignAcc1" presStyleIdx="1" presStyleCnt="3" custLinFactNeighborY="-23771">
        <dgm:presLayoutVars>
          <dgm:bulletEnabled val="1"/>
        </dgm:presLayoutVars>
      </dgm:prSet>
      <dgm:spPr/>
    </dgm:pt>
    <dgm:pt modelId="{FE4ADD39-F399-4BE0-88F0-2F884250CFC6}" type="pres">
      <dgm:prSet presAssocID="{3E46D305-2D3F-4A0F-9516-E324552FA71B}" presName="sp" presStyleCnt="0"/>
      <dgm:spPr/>
    </dgm:pt>
    <dgm:pt modelId="{747CFBD5-830E-467D-8D5B-26DB23708173}" type="pres">
      <dgm:prSet presAssocID="{4EF12D01-E578-4E81-8D4A-6FDEB3A08A90}" presName="composite" presStyleCnt="0"/>
      <dgm:spPr/>
    </dgm:pt>
    <dgm:pt modelId="{15597B4A-AE84-498F-8E9E-190322D53AAA}" type="pres">
      <dgm:prSet presAssocID="{4EF12D01-E578-4E81-8D4A-6FDEB3A08A90}" presName="parentText" presStyleLbl="alignNode1" presStyleIdx="2" presStyleCnt="3" custLinFactNeighborX="973" custLinFactNeighborY="-32101">
        <dgm:presLayoutVars>
          <dgm:chMax val="1"/>
          <dgm:bulletEnabled val="1"/>
        </dgm:presLayoutVars>
      </dgm:prSet>
      <dgm:spPr/>
    </dgm:pt>
    <dgm:pt modelId="{30C338AB-D966-4FB1-8ED5-ECD23F8F0F47}" type="pres">
      <dgm:prSet presAssocID="{4EF12D01-E578-4E81-8D4A-6FDEB3A08A90}" presName="descendantText" presStyleLbl="alignAcc1" presStyleIdx="2" presStyleCnt="3" custLinFactNeighborX="-710" custLinFactNeighborY="-49381">
        <dgm:presLayoutVars>
          <dgm:bulletEnabled val="1"/>
        </dgm:presLayoutVars>
      </dgm:prSet>
      <dgm:spPr/>
    </dgm:pt>
  </dgm:ptLst>
  <dgm:cxnLst>
    <dgm:cxn modelId="{CBF2C21D-106F-457E-A7D4-FE524BFBECF1}" srcId="{7B33A34C-3265-48E2-A15F-76F36E819926}" destId="{BA6F952C-71B1-43BF-9A81-6A8FFA7EB2B8}" srcOrd="0" destOrd="0" parTransId="{58BF1FB3-C273-4C22-835E-42BB42E9643A}" sibTransId="{42A3481A-5FFC-4989-B7EE-A1BB3D37ABE6}"/>
    <dgm:cxn modelId="{6C7FE61D-E168-4D2F-B608-A1656112C307}" type="presOf" srcId="{05FC5C91-3F66-4BF8-9FB9-6897E87D189E}" destId="{43D874BD-1AF4-470F-9899-CA6E035A8A7B}" srcOrd="0" destOrd="0" presId="urn:microsoft.com/office/officeart/2005/8/layout/chevron2"/>
    <dgm:cxn modelId="{40287423-9A18-43EE-884B-3C66BA208176}" type="presOf" srcId="{4EF12D01-E578-4E81-8D4A-6FDEB3A08A90}" destId="{15597B4A-AE84-498F-8E9E-190322D53AAA}" srcOrd="0" destOrd="0" presId="urn:microsoft.com/office/officeart/2005/8/layout/chevron2"/>
    <dgm:cxn modelId="{45A1F03D-1ED1-4861-980D-1C0BA9A38749}" type="presOf" srcId="{BA6F952C-71B1-43BF-9A81-6A8FFA7EB2B8}" destId="{365E2129-2BD6-4F7A-800B-530442451349}" srcOrd="0" destOrd="0" presId="urn:microsoft.com/office/officeart/2005/8/layout/chevron2"/>
    <dgm:cxn modelId="{32295765-7E47-45CA-92FC-E54EAF917335}" type="presOf" srcId="{A910F77E-61DD-400B-9C86-0ACF52876EF3}" destId="{8C9B685C-0400-479D-B300-32CBC4115977}" srcOrd="0" destOrd="0" presId="urn:microsoft.com/office/officeart/2005/8/layout/chevron2"/>
    <dgm:cxn modelId="{BA703552-653F-40AA-9469-DB2BDAAB40BF}" type="presOf" srcId="{BB185CAA-49CD-4987-9915-A735D9C86C9E}" destId="{30C338AB-D966-4FB1-8ED5-ECD23F8F0F47}" srcOrd="0" destOrd="0" presId="urn:microsoft.com/office/officeart/2005/8/layout/chevron2"/>
    <dgm:cxn modelId="{75172976-D554-415F-93EB-4DF35631F62A}" type="presOf" srcId="{7B33A34C-3265-48E2-A15F-76F36E819926}" destId="{BF3F5639-3909-44DF-B761-2C4E0DAB4F4D}" srcOrd="0" destOrd="0" presId="urn:microsoft.com/office/officeart/2005/8/layout/chevron2"/>
    <dgm:cxn modelId="{67E26580-1020-47C4-BCBC-AB182C91C4F7}" srcId="{4EF12D01-E578-4E81-8D4A-6FDEB3A08A90}" destId="{BB185CAA-49CD-4987-9915-A735D9C86C9E}" srcOrd="0" destOrd="0" parTransId="{A412EC6B-D554-4797-B8B2-A0213F0B6A20}" sibTransId="{57847363-C41E-4A1D-B706-315879E4CB2E}"/>
    <dgm:cxn modelId="{8569E18A-3BA4-4193-8D54-5BDCB98F3A9B}" srcId="{05FC5C91-3F66-4BF8-9FB9-6897E87D189E}" destId="{4EF12D01-E578-4E81-8D4A-6FDEB3A08A90}" srcOrd="2" destOrd="0" parTransId="{A2430BB8-8C1B-446F-BD76-159CEC9B3252}" sibTransId="{BAB62A57-6113-4997-954A-2BB5B5B0AF8F}"/>
    <dgm:cxn modelId="{4DCCB3D4-A2FF-4AA8-A71B-B484F23FB20A}" type="presOf" srcId="{9CECC045-E719-4DF7-9B69-72991C04963D}" destId="{6483D3C0-FECC-4FE1-8B4C-6839A0ACC2D2}" srcOrd="0" destOrd="0" presId="urn:microsoft.com/office/officeart/2005/8/layout/chevron2"/>
    <dgm:cxn modelId="{849385D7-5D2C-41C7-BBAB-608C3763C22A}" srcId="{05FC5C91-3F66-4BF8-9FB9-6897E87D189E}" destId="{7B33A34C-3265-48E2-A15F-76F36E819926}" srcOrd="0" destOrd="0" parTransId="{B26EC08A-64A7-43BC-B3B5-D1B3FAF5A3B1}" sibTransId="{54E4FB5F-F578-40C2-9F10-8668FD6FF8E8}"/>
    <dgm:cxn modelId="{E59C5CDF-F6A0-49A4-ADE1-18F18CA6FD93}" srcId="{05FC5C91-3F66-4BF8-9FB9-6897E87D189E}" destId="{A910F77E-61DD-400B-9C86-0ACF52876EF3}" srcOrd="1" destOrd="0" parTransId="{356F6BBB-C165-49F8-AAD8-427A1B03292F}" sibTransId="{3E46D305-2D3F-4A0F-9516-E324552FA71B}"/>
    <dgm:cxn modelId="{9FD278E2-1260-44A7-8918-D80A57D6CB1F}" srcId="{A910F77E-61DD-400B-9C86-0ACF52876EF3}" destId="{9CECC045-E719-4DF7-9B69-72991C04963D}" srcOrd="0" destOrd="0" parTransId="{2C0E3E38-D3F9-4778-8C0B-1C9DA5A0EE5F}" sibTransId="{011D1A95-BE70-436C-A48D-FC3D236D05F4}"/>
    <dgm:cxn modelId="{B226133D-F18E-4FAF-8ADB-87AD6D1E143F}" type="presParOf" srcId="{43D874BD-1AF4-470F-9899-CA6E035A8A7B}" destId="{CCBDAADC-8AF7-452C-8AD6-7B3599186ADF}" srcOrd="0" destOrd="0" presId="urn:microsoft.com/office/officeart/2005/8/layout/chevron2"/>
    <dgm:cxn modelId="{4F7B637E-0942-47F7-926D-0F0222C83DEC}" type="presParOf" srcId="{CCBDAADC-8AF7-452C-8AD6-7B3599186ADF}" destId="{BF3F5639-3909-44DF-B761-2C4E0DAB4F4D}" srcOrd="0" destOrd="0" presId="urn:microsoft.com/office/officeart/2005/8/layout/chevron2"/>
    <dgm:cxn modelId="{8777CA00-4953-458D-97B8-67F7FBF4F736}" type="presParOf" srcId="{CCBDAADC-8AF7-452C-8AD6-7B3599186ADF}" destId="{365E2129-2BD6-4F7A-800B-530442451349}" srcOrd="1" destOrd="0" presId="urn:microsoft.com/office/officeart/2005/8/layout/chevron2"/>
    <dgm:cxn modelId="{60F10479-2FE1-4D89-BEDD-DD5409334215}" type="presParOf" srcId="{43D874BD-1AF4-470F-9899-CA6E035A8A7B}" destId="{CB4AF395-1BBC-4AD2-82F5-9FA6139AA3E2}" srcOrd="1" destOrd="0" presId="urn:microsoft.com/office/officeart/2005/8/layout/chevron2"/>
    <dgm:cxn modelId="{08D50207-6420-407A-A713-2A8DA672CF4A}" type="presParOf" srcId="{43D874BD-1AF4-470F-9899-CA6E035A8A7B}" destId="{D51F696E-BB80-4F43-9C16-94A7869F5168}" srcOrd="2" destOrd="0" presId="urn:microsoft.com/office/officeart/2005/8/layout/chevron2"/>
    <dgm:cxn modelId="{03D164CC-CF73-4E0A-9F80-309CCC1511A6}" type="presParOf" srcId="{D51F696E-BB80-4F43-9C16-94A7869F5168}" destId="{8C9B685C-0400-479D-B300-32CBC4115977}" srcOrd="0" destOrd="0" presId="urn:microsoft.com/office/officeart/2005/8/layout/chevron2"/>
    <dgm:cxn modelId="{A579D74D-F86D-4847-B9DE-BEFBE98BDE84}" type="presParOf" srcId="{D51F696E-BB80-4F43-9C16-94A7869F5168}" destId="{6483D3C0-FECC-4FE1-8B4C-6839A0ACC2D2}" srcOrd="1" destOrd="0" presId="urn:microsoft.com/office/officeart/2005/8/layout/chevron2"/>
    <dgm:cxn modelId="{D1183FA1-9C41-4570-A31D-E61017494A24}" type="presParOf" srcId="{43D874BD-1AF4-470F-9899-CA6E035A8A7B}" destId="{FE4ADD39-F399-4BE0-88F0-2F884250CFC6}" srcOrd="3" destOrd="0" presId="urn:microsoft.com/office/officeart/2005/8/layout/chevron2"/>
    <dgm:cxn modelId="{D3AB392F-7D4D-45FA-9D71-E0C6EC98D160}" type="presParOf" srcId="{43D874BD-1AF4-470F-9899-CA6E035A8A7B}" destId="{747CFBD5-830E-467D-8D5B-26DB23708173}" srcOrd="4" destOrd="0" presId="urn:microsoft.com/office/officeart/2005/8/layout/chevron2"/>
    <dgm:cxn modelId="{B53CAB6A-BE06-4CF6-88B8-27920F1140AD}" type="presParOf" srcId="{747CFBD5-830E-467D-8D5B-26DB23708173}" destId="{15597B4A-AE84-498F-8E9E-190322D53AAA}" srcOrd="0" destOrd="0" presId="urn:microsoft.com/office/officeart/2005/8/layout/chevron2"/>
    <dgm:cxn modelId="{EBE18A78-68ED-4F24-B9BB-038DE4D6B906}" type="presParOf" srcId="{747CFBD5-830E-467D-8D5B-26DB23708173}" destId="{30C338AB-D966-4FB1-8ED5-ECD23F8F0F47}"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5A4183D5-BB88-4722-9AC4-B3CF8DDAC277}" type="doc">
      <dgm:prSet loTypeId="urn:microsoft.com/office/officeart/2005/8/layout/pyramid1" loCatId="pyramid" qsTypeId="urn:microsoft.com/office/officeart/2005/8/quickstyle/simple1" qsCatId="simple" csTypeId="urn:microsoft.com/office/officeart/2005/8/colors/accent1_2" csCatId="accent1" phldr="1"/>
      <dgm:spPr/>
    </dgm:pt>
    <dgm:pt modelId="{2AC7ABB7-38B8-4D50-95A4-91C377EBE13B}">
      <dgm:prSet phldrT="[Text]" custT="1"/>
      <dgm:spPr>
        <a:noFill/>
        <a:ln w="38100">
          <a:solidFill>
            <a:srgbClr val="0070C0"/>
          </a:solidFill>
        </a:ln>
      </dgm:spPr>
      <dgm:t>
        <a:bodyPr/>
        <a:lstStyle/>
        <a:p>
          <a:r>
            <a:rPr lang="en-US" sz="2400" b="1" dirty="0">
              <a:solidFill>
                <a:schemeClr val="bg1"/>
              </a:solidFill>
            </a:rPr>
            <a:t>Closing </a:t>
          </a:r>
        </a:p>
        <a:p>
          <a:r>
            <a:rPr lang="en-US" sz="2400" b="1" dirty="0">
              <a:solidFill>
                <a:schemeClr val="bg1"/>
              </a:solidFill>
            </a:rPr>
            <a:t>Deals</a:t>
          </a:r>
        </a:p>
      </dgm:t>
    </dgm:pt>
    <dgm:pt modelId="{1A9B37E7-8725-4059-981A-70F1B1684D2A}" type="parTrans" cxnId="{7E1C5D71-8B65-426E-9268-ACF81494A228}">
      <dgm:prSet/>
      <dgm:spPr/>
      <dgm:t>
        <a:bodyPr/>
        <a:lstStyle/>
        <a:p>
          <a:endParaRPr lang="en-US"/>
        </a:p>
      </dgm:t>
    </dgm:pt>
    <dgm:pt modelId="{B0017D68-8E75-499A-9715-2F8EC6AE2AEE}" type="sibTrans" cxnId="{7E1C5D71-8B65-426E-9268-ACF81494A228}">
      <dgm:prSet/>
      <dgm:spPr/>
      <dgm:t>
        <a:bodyPr/>
        <a:lstStyle/>
        <a:p>
          <a:endParaRPr lang="en-US"/>
        </a:p>
      </dgm:t>
    </dgm:pt>
    <dgm:pt modelId="{AFBB98F0-CA8C-4C75-8BEA-621909637D26}">
      <dgm:prSet phldrT="[Text]" custT="1"/>
      <dgm:spPr>
        <a:noFill/>
        <a:ln w="38100">
          <a:solidFill>
            <a:srgbClr val="0070C0"/>
          </a:solidFill>
        </a:ln>
      </dgm:spPr>
      <dgm:t>
        <a:bodyPr/>
        <a:lstStyle/>
        <a:p>
          <a:endParaRPr lang="en-US" sz="3200" b="1" dirty="0">
            <a:solidFill>
              <a:schemeClr val="bg1"/>
            </a:solidFill>
          </a:endParaRPr>
        </a:p>
      </dgm:t>
    </dgm:pt>
    <dgm:pt modelId="{2D7DE9CD-F5FF-4595-AE70-C6A247656FFA}" type="parTrans" cxnId="{481E9CEF-08EC-41E9-98FF-37D7761CC8CD}">
      <dgm:prSet/>
      <dgm:spPr/>
      <dgm:t>
        <a:bodyPr/>
        <a:lstStyle/>
        <a:p>
          <a:endParaRPr lang="en-US"/>
        </a:p>
      </dgm:t>
    </dgm:pt>
    <dgm:pt modelId="{97824095-0392-4765-B4AB-868A9CA9B99F}" type="sibTrans" cxnId="{481E9CEF-08EC-41E9-98FF-37D7761CC8CD}">
      <dgm:prSet/>
      <dgm:spPr/>
      <dgm:t>
        <a:bodyPr/>
        <a:lstStyle/>
        <a:p>
          <a:endParaRPr lang="en-US"/>
        </a:p>
      </dgm:t>
    </dgm:pt>
    <dgm:pt modelId="{293FCA19-DD5E-45C0-8683-880F4FCCBBB4}">
      <dgm:prSet phldrT="[Text]" custT="1"/>
      <dgm:spPr>
        <a:noFill/>
        <a:ln w="38100">
          <a:solidFill>
            <a:srgbClr val="0070C0"/>
          </a:solidFill>
        </a:ln>
      </dgm:spPr>
      <dgm:t>
        <a:bodyPr/>
        <a:lstStyle/>
        <a:p>
          <a:r>
            <a:rPr lang="en-US" sz="3200" b="1" dirty="0">
              <a:solidFill>
                <a:schemeClr val="bg1"/>
              </a:solidFill>
            </a:rPr>
            <a:t>Communication</a:t>
          </a:r>
        </a:p>
      </dgm:t>
    </dgm:pt>
    <dgm:pt modelId="{7AFFE2FE-4E30-4336-AD64-053B19F27FEC}" type="parTrans" cxnId="{22D4DFED-8598-4A06-B467-E89F8E3AE7B6}">
      <dgm:prSet/>
      <dgm:spPr/>
      <dgm:t>
        <a:bodyPr/>
        <a:lstStyle/>
        <a:p>
          <a:endParaRPr lang="en-US"/>
        </a:p>
      </dgm:t>
    </dgm:pt>
    <dgm:pt modelId="{051A95EB-D951-419E-B9BC-81A505D5FBEE}" type="sibTrans" cxnId="{22D4DFED-8598-4A06-B467-E89F8E3AE7B6}">
      <dgm:prSet/>
      <dgm:spPr/>
      <dgm:t>
        <a:bodyPr/>
        <a:lstStyle/>
        <a:p>
          <a:endParaRPr lang="en-US"/>
        </a:p>
      </dgm:t>
    </dgm:pt>
    <dgm:pt modelId="{2822E575-FD1D-4447-8753-1F1128372649}" type="pres">
      <dgm:prSet presAssocID="{5A4183D5-BB88-4722-9AC4-B3CF8DDAC277}" presName="Name0" presStyleCnt="0">
        <dgm:presLayoutVars>
          <dgm:dir/>
          <dgm:animLvl val="lvl"/>
          <dgm:resizeHandles val="exact"/>
        </dgm:presLayoutVars>
      </dgm:prSet>
      <dgm:spPr/>
    </dgm:pt>
    <dgm:pt modelId="{78D4438E-F8C8-4B3D-9340-75C0F3C935C0}" type="pres">
      <dgm:prSet presAssocID="{2AC7ABB7-38B8-4D50-95A4-91C377EBE13B}" presName="Name8" presStyleCnt="0"/>
      <dgm:spPr/>
    </dgm:pt>
    <dgm:pt modelId="{6FEA7A6D-4D40-4417-8123-00A2D6424145}" type="pres">
      <dgm:prSet presAssocID="{2AC7ABB7-38B8-4D50-95A4-91C377EBE13B}" presName="level" presStyleLbl="node1" presStyleIdx="0" presStyleCnt="3" custScaleY="104086">
        <dgm:presLayoutVars>
          <dgm:chMax val="1"/>
          <dgm:bulletEnabled val="1"/>
        </dgm:presLayoutVars>
      </dgm:prSet>
      <dgm:spPr/>
    </dgm:pt>
    <dgm:pt modelId="{AE2E7570-9EC4-4CC7-829C-75D3DABDADAB}" type="pres">
      <dgm:prSet presAssocID="{2AC7ABB7-38B8-4D50-95A4-91C377EBE13B}" presName="levelTx" presStyleLbl="revTx" presStyleIdx="0" presStyleCnt="0">
        <dgm:presLayoutVars>
          <dgm:chMax val="1"/>
          <dgm:bulletEnabled val="1"/>
        </dgm:presLayoutVars>
      </dgm:prSet>
      <dgm:spPr/>
    </dgm:pt>
    <dgm:pt modelId="{F3AE3252-A80A-4604-A42C-036B39441A68}" type="pres">
      <dgm:prSet presAssocID="{AFBB98F0-CA8C-4C75-8BEA-621909637D26}" presName="Name8" presStyleCnt="0"/>
      <dgm:spPr/>
    </dgm:pt>
    <dgm:pt modelId="{0E9C9AED-054C-4148-9F9F-1F5209929A71}" type="pres">
      <dgm:prSet presAssocID="{AFBB98F0-CA8C-4C75-8BEA-621909637D26}" presName="level" presStyleLbl="node1" presStyleIdx="1" presStyleCnt="3" custLinFactNeighborY="562">
        <dgm:presLayoutVars>
          <dgm:chMax val="1"/>
          <dgm:bulletEnabled val="1"/>
        </dgm:presLayoutVars>
      </dgm:prSet>
      <dgm:spPr/>
    </dgm:pt>
    <dgm:pt modelId="{4D7EFEEF-AE1E-415F-A680-CC0E798AD5B3}" type="pres">
      <dgm:prSet presAssocID="{AFBB98F0-CA8C-4C75-8BEA-621909637D26}" presName="levelTx" presStyleLbl="revTx" presStyleIdx="0" presStyleCnt="0">
        <dgm:presLayoutVars>
          <dgm:chMax val="1"/>
          <dgm:bulletEnabled val="1"/>
        </dgm:presLayoutVars>
      </dgm:prSet>
      <dgm:spPr/>
    </dgm:pt>
    <dgm:pt modelId="{B0836C8A-35F5-4D24-A77B-F4C7F3B1A363}" type="pres">
      <dgm:prSet presAssocID="{293FCA19-DD5E-45C0-8683-880F4FCCBBB4}" presName="Name8" presStyleCnt="0"/>
      <dgm:spPr/>
    </dgm:pt>
    <dgm:pt modelId="{4CE33A6A-D67F-4A5B-8C7B-367A164A1FF7}" type="pres">
      <dgm:prSet presAssocID="{293FCA19-DD5E-45C0-8683-880F4FCCBBB4}" presName="level" presStyleLbl="node1" presStyleIdx="2" presStyleCnt="3" custLinFactNeighborY="0">
        <dgm:presLayoutVars>
          <dgm:chMax val="1"/>
          <dgm:bulletEnabled val="1"/>
        </dgm:presLayoutVars>
      </dgm:prSet>
      <dgm:spPr/>
    </dgm:pt>
    <dgm:pt modelId="{3AA58DC1-344F-4155-BBF0-1746FA6B62B7}" type="pres">
      <dgm:prSet presAssocID="{293FCA19-DD5E-45C0-8683-880F4FCCBBB4}" presName="levelTx" presStyleLbl="revTx" presStyleIdx="0" presStyleCnt="0">
        <dgm:presLayoutVars>
          <dgm:chMax val="1"/>
          <dgm:bulletEnabled val="1"/>
        </dgm:presLayoutVars>
      </dgm:prSet>
      <dgm:spPr/>
    </dgm:pt>
  </dgm:ptLst>
  <dgm:cxnLst>
    <dgm:cxn modelId="{F5438131-ECAF-48C4-BDE0-0A566E62BC58}" type="presOf" srcId="{2AC7ABB7-38B8-4D50-95A4-91C377EBE13B}" destId="{AE2E7570-9EC4-4CC7-829C-75D3DABDADAB}" srcOrd="1" destOrd="0" presId="urn:microsoft.com/office/officeart/2005/8/layout/pyramid1"/>
    <dgm:cxn modelId="{7E1C5D71-8B65-426E-9268-ACF81494A228}" srcId="{5A4183D5-BB88-4722-9AC4-B3CF8DDAC277}" destId="{2AC7ABB7-38B8-4D50-95A4-91C377EBE13B}" srcOrd="0" destOrd="0" parTransId="{1A9B37E7-8725-4059-981A-70F1B1684D2A}" sibTransId="{B0017D68-8E75-499A-9715-2F8EC6AE2AEE}"/>
    <dgm:cxn modelId="{D9815783-1EDF-4268-9B48-FD67E5D69220}" type="presOf" srcId="{293FCA19-DD5E-45C0-8683-880F4FCCBBB4}" destId="{4CE33A6A-D67F-4A5B-8C7B-367A164A1FF7}" srcOrd="0" destOrd="0" presId="urn:microsoft.com/office/officeart/2005/8/layout/pyramid1"/>
    <dgm:cxn modelId="{1A3E7BDC-4D08-4178-9A2E-AB7D563EE60A}" type="presOf" srcId="{2AC7ABB7-38B8-4D50-95A4-91C377EBE13B}" destId="{6FEA7A6D-4D40-4417-8123-00A2D6424145}" srcOrd="0" destOrd="0" presId="urn:microsoft.com/office/officeart/2005/8/layout/pyramid1"/>
    <dgm:cxn modelId="{AEC8CBE2-4AE8-4FF5-A5C3-CA19028B986B}" type="presOf" srcId="{293FCA19-DD5E-45C0-8683-880F4FCCBBB4}" destId="{3AA58DC1-344F-4155-BBF0-1746FA6B62B7}" srcOrd="1" destOrd="0" presId="urn:microsoft.com/office/officeart/2005/8/layout/pyramid1"/>
    <dgm:cxn modelId="{22D4DFED-8598-4A06-B467-E89F8E3AE7B6}" srcId="{5A4183D5-BB88-4722-9AC4-B3CF8DDAC277}" destId="{293FCA19-DD5E-45C0-8683-880F4FCCBBB4}" srcOrd="2" destOrd="0" parTransId="{7AFFE2FE-4E30-4336-AD64-053B19F27FEC}" sibTransId="{051A95EB-D951-419E-B9BC-81A505D5FBEE}"/>
    <dgm:cxn modelId="{481E9CEF-08EC-41E9-98FF-37D7761CC8CD}" srcId="{5A4183D5-BB88-4722-9AC4-B3CF8DDAC277}" destId="{AFBB98F0-CA8C-4C75-8BEA-621909637D26}" srcOrd="1" destOrd="0" parTransId="{2D7DE9CD-F5FF-4595-AE70-C6A247656FFA}" sibTransId="{97824095-0392-4765-B4AB-868A9CA9B99F}"/>
    <dgm:cxn modelId="{AB3A68F0-A5CD-45CF-BC47-F8470CEE6580}" type="presOf" srcId="{AFBB98F0-CA8C-4C75-8BEA-621909637D26}" destId="{4D7EFEEF-AE1E-415F-A680-CC0E798AD5B3}" srcOrd="1" destOrd="0" presId="urn:microsoft.com/office/officeart/2005/8/layout/pyramid1"/>
    <dgm:cxn modelId="{396991F7-8C64-4903-AA8F-860DB5ABF9FE}" type="presOf" srcId="{5A4183D5-BB88-4722-9AC4-B3CF8DDAC277}" destId="{2822E575-FD1D-4447-8753-1F1128372649}" srcOrd="0" destOrd="0" presId="urn:microsoft.com/office/officeart/2005/8/layout/pyramid1"/>
    <dgm:cxn modelId="{BF5410F9-8F82-44D7-B4A4-0DADF9FD1F87}" type="presOf" srcId="{AFBB98F0-CA8C-4C75-8BEA-621909637D26}" destId="{0E9C9AED-054C-4148-9F9F-1F5209929A71}" srcOrd="0" destOrd="0" presId="urn:microsoft.com/office/officeart/2005/8/layout/pyramid1"/>
    <dgm:cxn modelId="{E226951A-AA61-447A-AD56-820CC3C9BE41}" type="presParOf" srcId="{2822E575-FD1D-4447-8753-1F1128372649}" destId="{78D4438E-F8C8-4B3D-9340-75C0F3C935C0}" srcOrd="0" destOrd="0" presId="urn:microsoft.com/office/officeart/2005/8/layout/pyramid1"/>
    <dgm:cxn modelId="{A41935E4-20B1-43EE-B852-06FB2EAC50C0}" type="presParOf" srcId="{78D4438E-F8C8-4B3D-9340-75C0F3C935C0}" destId="{6FEA7A6D-4D40-4417-8123-00A2D6424145}" srcOrd="0" destOrd="0" presId="urn:microsoft.com/office/officeart/2005/8/layout/pyramid1"/>
    <dgm:cxn modelId="{92DB420A-FF4C-4ABD-BE89-A5268162FA0F}" type="presParOf" srcId="{78D4438E-F8C8-4B3D-9340-75C0F3C935C0}" destId="{AE2E7570-9EC4-4CC7-829C-75D3DABDADAB}" srcOrd="1" destOrd="0" presId="urn:microsoft.com/office/officeart/2005/8/layout/pyramid1"/>
    <dgm:cxn modelId="{B55044FA-E64E-407F-A56C-3405969FF31A}" type="presParOf" srcId="{2822E575-FD1D-4447-8753-1F1128372649}" destId="{F3AE3252-A80A-4604-A42C-036B39441A68}" srcOrd="1" destOrd="0" presId="urn:microsoft.com/office/officeart/2005/8/layout/pyramid1"/>
    <dgm:cxn modelId="{2355EA87-3345-42A7-BF33-FC2311F1461B}" type="presParOf" srcId="{F3AE3252-A80A-4604-A42C-036B39441A68}" destId="{0E9C9AED-054C-4148-9F9F-1F5209929A71}" srcOrd="0" destOrd="0" presId="urn:microsoft.com/office/officeart/2005/8/layout/pyramid1"/>
    <dgm:cxn modelId="{EFE38357-EC45-4F19-BF73-E92E65877D21}" type="presParOf" srcId="{F3AE3252-A80A-4604-A42C-036B39441A68}" destId="{4D7EFEEF-AE1E-415F-A680-CC0E798AD5B3}" srcOrd="1" destOrd="0" presId="urn:microsoft.com/office/officeart/2005/8/layout/pyramid1"/>
    <dgm:cxn modelId="{BC9068EC-A277-482C-97E1-52952E240789}" type="presParOf" srcId="{2822E575-FD1D-4447-8753-1F1128372649}" destId="{B0836C8A-35F5-4D24-A77B-F4C7F3B1A363}" srcOrd="2" destOrd="0" presId="urn:microsoft.com/office/officeart/2005/8/layout/pyramid1"/>
    <dgm:cxn modelId="{A0ED6C90-B806-4F37-900E-937D0EA936B0}" type="presParOf" srcId="{B0836C8A-35F5-4D24-A77B-F4C7F3B1A363}" destId="{4CE33A6A-D67F-4A5B-8C7B-367A164A1FF7}" srcOrd="0" destOrd="0" presId="urn:microsoft.com/office/officeart/2005/8/layout/pyramid1"/>
    <dgm:cxn modelId="{11D01B9D-4168-4DB1-8F1C-C4AD0AFB07C6}" type="presParOf" srcId="{B0836C8A-35F5-4D24-A77B-F4C7F3B1A363}" destId="{3AA58DC1-344F-4155-BBF0-1746FA6B62B7}"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6750CBC-489C-480B-AA03-319F72A6CD19}"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AC44932A-5565-4916-BDAA-E689A413870C}">
      <dgm:prSet phldrT="[Text]"/>
      <dgm:spPr>
        <a:solidFill>
          <a:schemeClr val="tx1">
            <a:lumMod val="50000"/>
          </a:schemeClr>
        </a:solidFill>
      </dgm:spPr>
      <dgm:t>
        <a:bodyPr/>
        <a:lstStyle/>
        <a:p>
          <a:r>
            <a:rPr lang="en-US" b="1" dirty="0"/>
            <a:t>Resident</a:t>
          </a:r>
        </a:p>
      </dgm:t>
    </dgm:pt>
    <dgm:pt modelId="{5B5C2823-4CD1-4F69-87A2-6C43FF199B20}" type="parTrans" cxnId="{C566B623-F85C-4334-BBEF-66D63218A4BF}">
      <dgm:prSet/>
      <dgm:spPr/>
      <dgm:t>
        <a:bodyPr/>
        <a:lstStyle/>
        <a:p>
          <a:endParaRPr lang="en-US"/>
        </a:p>
      </dgm:t>
    </dgm:pt>
    <dgm:pt modelId="{2DFA208C-572C-4B6D-A9C9-EA279F57FB8A}" type="sibTrans" cxnId="{C566B623-F85C-4334-BBEF-66D63218A4BF}">
      <dgm:prSet/>
      <dgm:spPr/>
      <dgm:t>
        <a:bodyPr/>
        <a:lstStyle/>
        <a:p>
          <a:endParaRPr lang="en-US"/>
        </a:p>
      </dgm:t>
    </dgm:pt>
    <dgm:pt modelId="{479697DC-C0F8-4A3E-A8A9-F9A8307CD4B7}">
      <dgm:prSet phldrT="[Text]"/>
      <dgm:spPr>
        <a:ln>
          <a:solidFill>
            <a:schemeClr val="tx1">
              <a:lumMod val="65000"/>
            </a:schemeClr>
          </a:solidFill>
        </a:ln>
      </dgm:spPr>
      <dgm:t>
        <a:bodyPr/>
        <a:lstStyle/>
        <a:p>
          <a:r>
            <a:rPr lang="en-US" dirty="0"/>
            <a:t>1.Salaried</a:t>
          </a:r>
        </a:p>
        <a:p>
          <a:r>
            <a:rPr lang="en-US" dirty="0"/>
            <a:t>2. Property owners</a:t>
          </a:r>
        </a:p>
      </dgm:t>
    </dgm:pt>
    <dgm:pt modelId="{0F1AB028-0C6D-49DD-95BD-432337C7C74C}" type="parTrans" cxnId="{4F5D3EFF-F393-41DB-B9BA-E9DEFAC9F761}">
      <dgm:prSet/>
      <dgm:spPr>
        <a:ln>
          <a:solidFill>
            <a:schemeClr val="tx1"/>
          </a:solidFill>
        </a:ln>
      </dgm:spPr>
      <dgm:t>
        <a:bodyPr/>
        <a:lstStyle/>
        <a:p>
          <a:endParaRPr lang="en-US"/>
        </a:p>
      </dgm:t>
    </dgm:pt>
    <dgm:pt modelId="{7EDFD45D-5B87-425B-973F-685F6639049A}" type="sibTrans" cxnId="{4F5D3EFF-F393-41DB-B9BA-E9DEFAC9F761}">
      <dgm:prSet/>
      <dgm:spPr/>
      <dgm:t>
        <a:bodyPr/>
        <a:lstStyle/>
        <a:p>
          <a:endParaRPr lang="en-US"/>
        </a:p>
      </dgm:t>
    </dgm:pt>
    <dgm:pt modelId="{15C1BFCE-3B10-4651-B039-7EEE538EC7C6}">
      <dgm:prSet phldrT="[Text]"/>
      <dgm:spPr>
        <a:ln>
          <a:solidFill>
            <a:schemeClr val="tx1">
              <a:lumMod val="65000"/>
            </a:schemeClr>
          </a:solidFill>
        </a:ln>
      </dgm:spPr>
      <dgm:t>
        <a:bodyPr/>
        <a:lstStyle/>
        <a:p>
          <a:r>
            <a:rPr lang="en-US" dirty="0"/>
            <a:t>3. Self employed</a:t>
          </a:r>
        </a:p>
        <a:p>
          <a:r>
            <a:rPr lang="en-US" dirty="0"/>
            <a:t>4. Golden visa holders</a:t>
          </a:r>
        </a:p>
      </dgm:t>
    </dgm:pt>
    <dgm:pt modelId="{1DB0867C-F9AF-46D4-A904-4C56286D1E6E}" type="parTrans" cxnId="{90776853-A439-434E-B02A-755B716418B8}">
      <dgm:prSet/>
      <dgm:spPr>
        <a:ln>
          <a:solidFill>
            <a:schemeClr val="tx1"/>
          </a:solidFill>
        </a:ln>
      </dgm:spPr>
      <dgm:t>
        <a:bodyPr/>
        <a:lstStyle/>
        <a:p>
          <a:endParaRPr lang="en-US"/>
        </a:p>
      </dgm:t>
    </dgm:pt>
    <dgm:pt modelId="{03EF71E9-A330-47DE-B963-D9C3D4A10A54}" type="sibTrans" cxnId="{90776853-A439-434E-B02A-755B716418B8}">
      <dgm:prSet/>
      <dgm:spPr/>
      <dgm:t>
        <a:bodyPr/>
        <a:lstStyle/>
        <a:p>
          <a:endParaRPr lang="en-US"/>
        </a:p>
      </dgm:t>
    </dgm:pt>
    <dgm:pt modelId="{1D9E7535-E6C7-43DA-BB7A-4853028D3B7D}">
      <dgm:prSet phldrT="[Text]"/>
      <dgm:spPr>
        <a:solidFill>
          <a:schemeClr val="tx1">
            <a:lumMod val="50000"/>
          </a:schemeClr>
        </a:solidFill>
      </dgm:spPr>
      <dgm:t>
        <a:bodyPr/>
        <a:lstStyle/>
        <a:p>
          <a:pPr algn="ctr"/>
          <a:r>
            <a:rPr lang="en-US" b="1" dirty="0"/>
            <a:t>Non-Resident</a:t>
          </a:r>
        </a:p>
      </dgm:t>
    </dgm:pt>
    <dgm:pt modelId="{A4BA521D-90AF-4E77-A93F-AB785F72F890}" type="parTrans" cxnId="{1E1BFD0A-2533-4472-B780-038745F8B164}">
      <dgm:prSet/>
      <dgm:spPr/>
      <dgm:t>
        <a:bodyPr/>
        <a:lstStyle/>
        <a:p>
          <a:endParaRPr lang="en-US"/>
        </a:p>
      </dgm:t>
    </dgm:pt>
    <dgm:pt modelId="{C7B4EF9B-4F32-4DC4-8E64-0A0D3DE5C27F}" type="sibTrans" cxnId="{1E1BFD0A-2533-4472-B780-038745F8B164}">
      <dgm:prSet/>
      <dgm:spPr/>
      <dgm:t>
        <a:bodyPr/>
        <a:lstStyle/>
        <a:p>
          <a:endParaRPr lang="en-US"/>
        </a:p>
      </dgm:t>
    </dgm:pt>
    <dgm:pt modelId="{2F9C4F2C-E903-4840-B3A9-A540343E2E26}">
      <dgm:prSet phldrT="[Text]"/>
      <dgm:spPr>
        <a:ln>
          <a:solidFill>
            <a:schemeClr val="tx1">
              <a:lumMod val="65000"/>
            </a:schemeClr>
          </a:solidFill>
        </a:ln>
      </dgm:spPr>
      <dgm:t>
        <a:bodyPr/>
        <a:lstStyle/>
        <a:p>
          <a:r>
            <a:rPr lang="en-US" dirty="0"/>
            <a:t>1. Salaried</a:t>
          </a:r>
        </a:p>
        <a:p>
          <a:r>
            <a:rPr lang="en-US" dirty="0"/>
            <a:t>2. Self employed</a:t>
          </a:r>
        </a:p>
      </dgm:t>
    </dgm:pt>
    <dgm:pt modelId="{5048AF5B-A5C3-47E9-A03A-B53F54F60656}" type="parTrans" cxnId="{9042CC7B-F2FD-4B22-B474-F2B5D192CE56}">
      <dgm:prSet/>
      <dgm:spPr>
        <a:ln>
          <a:solidFill>
            <a:schemeClr val="tx1"/>
          </a:solidFill>
        </a:ln>
      </dgm:spPr>
      <dgm:t>
        <a:bodyPr/>
        <a:lstStyle/>
        <a:p>
          <a:endParaRPr lang="en-US"/>
        </a:p>
      </dgm:t>
    </dgm:pt>
    <dgm:pt modelId="{EF71E397-1460-4955-9B83-2BAC205FBB18}" type="sibTrans" cxnId="{9042CC7B-F2FD-4B22-B474-F2B5D192CE56}">
      <dgm:prSet/>
      <dgm:spPr/>
      <dgm:t>
        <a:bodyPr/>
        <a:lstStyle/>
        <a:p>
          <a:endParaRPr lang="en-US"/>
        </a:p>
      </dgm:t>
    </dgm:pt>
    <dgm:pt modelId="{E4AF39B8-2E5E-4662-8A0D-1F8E5F317C7F}" type="pres">
      <dgm:prSet presAssocID="{46750CBC-489C-480B-AA03-319F72A6CD19}" presName="diagram" presStyleCnt="0">
        <dgm:presLayoutVars>
          <dgm:chPref val="1"/>
          <dgm:dir/>
          <dgm:animOne val="branch"/>
          <dgm:animLvl val="lvl"/>
          <dgm:resizeHandles/>
        </dgm:presLayoutVars>
      </dgm:prSet>
      <dgm:spPr/>
    </dgm:pt>
    <dgm:pt modelId="{BFB003CE-D600-4988-AB9A-0AE33C03B65E}" type="pres">
      <dgm:prSet presAssocID="{AC44932A-5565-4916-BDAA-E689A413870C}" presName="root" presStyleCnt="0"/>
      <dgm:spPr/>
    </dgm:pt>
    <dgm:pt modelId="{CFFA4D08-A324-4F36-A727-A37673401D00}" type="pres">
      <dgm:prSet presAssocID="{AC44932A-5565-4916-BDAA-E689A413870C}" presName="rootComposite" presStyleCnt="0"/>
      <dgm:spPr/>
    </dgm:pt>
    <dgm:pt modelId="{A75BA3D9-97C3-47C6-A1FD-D565E5C4AED3}" type="pres">
      <dgm:prSet presAssocID="{AC44932A-5565-4916-BDAA-E689A413870C}" presName="rootText" presStyleLbl="node1" presStyleIdx="0" presStyleCnt="2" custLinFactNeighborX="-328" custLinFactNeighborY="-1969"/>
      <dgm:spPr/>
    </dgm:pt>
    <dgm:pt modelId="{E21A1C49-C7CF-4D6B-8CF6-D00960754B4F}" type="pres">
      <dgm:prSet presAssocID="{AC44932A-5565-4916-BDAA-E689A413870C}" presName="rootConnector" presStyleLbl="node1" presStyleIdx="0" presStyleCnt="2"/>
      <dgm:spPr/>
    </dgm:pt>
    <dgm:pt modelId="{9EB26389-A9F0-4A7B-98CA-B745E7282809}" type="pres">
      <dgm:prSet presAssocID="{AC44932A-5565-4916-BDAA-E689A413870C}" presName="childShape" presStyleCnt="0"/>
      <dgm:spPr/>
    </dgm:pt>
    <dgm:pt modelId="{E3BC39CB-DD51-483B-9634-D09ED724225F}" type="pres">
      <dgm:prSet presAssocID="{0F1AB028-0C6D-49DD-95BD-432337C7C74C}" presName="Name13" presStyleLbl="parChTrans1D2" presStyleIdx="0" presStyleCnt="3"/>
      <dgm:spPr/>
    </dgm:pt>
    <dgm:pt modelId="{FA3052DB-B555-4BAF-B771-BB6F0FE17E5D}" type="pres">
      <dgm:prSet presAssocID="{479697DC-C0F8-4A3E-A8A9-F9A8307CD4B7}" presName="childText" presStyleLbl="bgAcc1" presStyleIdx="0" presStyleCnt="3">
        <dgm:presLayoutVars>
          <dgm:bulletEnabled val="1"/>
        </dgm:presLayoutVars>
      </dgm:prSet>
      <dgm:spPr/>
    </dgm:pt>
    <dgm:pt modelId="{FF23D9C2-AF31-4FA2-9330-9F5753CFF32E}" type="pres">
      <dgm:prSet presAssocID="{1DB0867C-F9AF-46D4-A904-4C56286D1E6E}" presName="Name13" presStyleLbl="parChTrans1D2" presStyleIdx="1" presStyleCnt="3"/>
      <dgm:spPr/>
    </dgm:pt>
    <dgm:pt modelId="{0ED817CE-914D-49AB-97E4-2F3C70FD9A89}" type="pres">
      <dgm:prSet presAssocID="{15C1BFCE-3B10-4651-B039-7EEE538EC7C6}" presName="childText" presStyleLbl="bgAcc1" presStyleIdx="1" presStyleCnt="3">
        <dgm:presLayoutVars>
          <dgm:bulletEnabled val="1"/>
        </dgm:presLayoutVars>
      </dgm:prSet>
      <dgm:spPr/>
    </dgm:pt>
    <dgm:pt modelId="{3F3F4CA4-6397-4EA4-9BA8-4974ADB3D54D}" type="pres">
      <dgm:prSet presAssocID="{1D9E7535-E6C7-43DA-BB7A-4853028D3B7D}" presName="root" presStyleCnt="0"/>
      <dgm:spPr/>
    </dgm:pt>
    <dgm:pt modelId="{03DB837A-6F8D-42D6-91ED-617F816221E2}" type="pres">
      <dgm:prSet presAssocID="{1D9E7535-E6C7-43DA-BB7A-4853028D3B7D}" presName="rootComposite" presStyleCnt="0"/>
      <dgm:spPr/>
    </dgm:pt>
    <dgm:pt modelId="{D5090C35-6051-40B4-B503-C46AC015B1C9}" type="pres">
      <dgm:prSet presAssocID="{1D9E7535-E6C7-43DA-BB7A-4853028D3B7D}" presName="rootText" presStyleLbl="node1" presStyleIdx="1" presStyleCnt="2"/>
      <dgm:spPr/>
    </dgm:pt>
    <dgm:pt modelId="{76B3E6DD-5B80-49FC-BAB2-BAF112BEFF03}" type="pres">
      <dgm:prSet presAssocID="{1D9E7535-E6C7-43DA-BB7A-4853028D3B7D}" presName="rootConnector" presStyleLbl="node1" presStyleIdx="1" presStyleCnt="2"/>
      <dgm:spPr/>
    </dgm:pt>
    <dgm:pt modelId="{98028978-944A-4149-BE52-53BA57EECB7D}" type="pres">
      <dgm:prSet presAssocID="{1D9E7535-E6C7-43DA-BB7A-4853028D3B7D}" presName="childShape" presStyleCnt="0"/>
      <dgm:spPr/>
    </dgm:pt>
    <dgm:pt modelId="{0B4289DC-515A-4E72-B9F6-00BCD7ED7D78}" type="pres">
      <dgm:prSet presAssocID="{5048AF5B-A5C3-47E9-A03A-B53F54F60656}" presName="Name13" presStyleLbl="parChTrans1D2" presStyleIdx="2" presStyleCnt="3"/>
      <dgm:spPr/>
    </dgm:pt>
    <dgm:pt modelId="{8486F805-DFB0-41A7-A2DB-2F7CAF4A88A7}" type="pres">
      <dgm:prSet presAssocID="{2F9C4F2C-E903-4840-B3A9-A540343E2E26}" presName="childText" presStyleLbl="bgAcc1" presStyleIdx="2" presStyleCnt="3">
        <dgm:presLayoutVars>
          <dgm:bulletEnabled val="1"/>
        </dgm:presLayoutVars>
      </dgm:prSet>
      <dgm:spPr/>
    </dgm:pt>
  </dgm:ptLst>
  <dgm:cxnLst>
    <dgm:cxn modelId="{E4D9EC07-1ED3-4998-9468-85F6A503F617}" type="presOf" srcId="{0F1AB028-0C6D-49DD-95BD-432337C7C74C}" destId="{E3BC39CB-DD51-483B-9634-D09ED724225F}" srcOrd="0" destOrd="0" presId="urn:microsoft.com/office/officeart/2005/8/layout/hierarchy3"/>
    <dgm:cxn modelId="{1E1BFD0A-2533-4472-B780-038745F8B164}" srcId="{46750CBC-489C-480B-AA03-319F72A6CD19}" destId="{1D9E7535-E6C7-43DA-BB7A-4853028D3B7D}" srcOrd="1" destOrd="0" parTransId="{A4BA521D-90AF-4E77-A93F-AB785F72F890}" sibTransId="{C7B4EF9B-4F32-4DC4-8E64-0A0D3DE5C27F}"/>
    <dgm:cxn modelId="{8DA9170B-7CBF-46C4-8AE9-1E0F4494456F}" type="presOf" srcId="{1D9E7535-E6C7-43DA-BB7A-4853028D3B7D}" destId="{D5090C35-6051-40B4-B503-C46AC015B1C9}" srcOrd="0" destOrd="0" presId="urn:microsoft.com/office/officeart/2005/8/layout/hierarchy3"/>
    <dgm:cxn modelId="{C566B623-F85C-4334-BBEF-66D63218A4BF}" srcId="{46750CBC-489C-480B-AA03-319F72A6CD19}" destId="{AC44932A-5565-4916-BDAA-E689A413870C}" srcOrd="0" destOrd="0" parTransId="{5B5C2823-4CD1-4F69-87A2-6C43FF199B20}" sibTransId="{2DFA208C-572C-4B6D-A9C9-EA279F57FB8A}"/>
    <dgm:cxn modelId="{AFF8D83F-F353-4568-B1C9-FFB9FDF9A077}" type="presOf" srcId="{479697DC-C0F8-4A3E-A8A9-F9A8307CD4B7}" destId="{FA3052DB-B555-4BAF-B771-BB6F0FE17E5D}" srcOrd="0" destOrd="0" presId="urn:microsoft.com/office/officeart/2005/8/layout/hierarchy3"/>
    <dgm:cxn modelId="{9D6FB34C-3259-47BD-ADC9-E8924581DB63}" type="presOf" srcId="{AC44932A-5565-4916-BDAA-E689A413870C}" destId="{E21A1C49-C7CF-4D6B-8CF6-D00960754B4F}" srcOrd="1" destOrd="0" presId="urn:microsoft.com/office/officeart/2005/8/layout/hierarchy3"/>
    <dgm:cxn modelId="{90776853-A439-434E-B02A-755B716418B8}" srcId="{AC44932A-5565-4916-BDAA-E689A413870C}" destId="{15C1BFCE-3B10-4651-B039-7EEE538EC7C6}" srcOrd="1" destOrd="0" parTransId="{1DB0867C-F9AF-46D4-A904-4C56286D1E6E}" sibTransId="{03EF71E9-A330-47DE-B963-D9C3D4A10A54}"/>
    <dgm:cxn modelId="{9042CC7B-F2FD-4B22-B474-F2B5D192CE56}" srcId="{1D9E7535-E6C7-43DA-BB7A-4853028D3B7D}" destId="{2F9C4F2C-E903-4840-B3A9-A540343E2E26}" srcOrd="0" destOrd="0" parTransId="{5048AF5B-A5C3-47E9-A03A-B53F54F60656}" sibTransId="{EF71E397-1460-4955-9B83-2BAC205FBB18}"/>
    <dgm:cxn modelId="{67CCBB84-4CBB-4E69-A6F3-FAF1FC090B5C}" type="presOf" srcId="{1D9E7535-E6C7-43DA-BB7A-4853028D3B7D}" destId="{76B3E6DD-5B80-49FC-BAB2-BAF112BEFF03}" srcOrd="1" destOrd="0" presId="urn:microsoft.com/office/officeart/2005/8/layout/hierarchy3"/>
    <dgm:cxn modelId="{5B6C0197-483F-45F7-B2A5-9D99C773E2CC}" type="presOf" srcId="{1DB0867C-F9AF-46D4-A904-4C56286D1E6E}" destId="{FF23D9C2-AF31-4FA2-9330-9F5753CFF32E}" srcOrd="0" destOrd="0" presId="urn:microsoft.com/office/officeart/2005/8/layout/hierarchy3"/>
    <dgm:cxn modelId="{00EDEBA7-FD2C-46D8-A99E-F7C14C14B251}" type="presOf" srcId="{AC44932A-5565-4916-BDAA-E689A413870C}" destId="{A75BA3D9-97C3-47C6-A1FD-D565E5C4AED3}" srcOrd="0" destOrd="0" presId="urn:microsoft.com/office/officeart/2005/8/layout/hierarchy3"/>
    <dgm:cxn modelId="{F934AFC1-F702-418C-BB28-0DB13E9F3A2D}" type="presOf" srcId="{2F9C4F2C-E903-4840-B3A9-A540343E2E26}" destId="{8486F805-DFB0-41A7-A2DB-2F7CAF4A88A7}" srcOrd="0" destOrd="0" presId="urn:microsoft.com/office/officeart/2005/8/layout/hierarchy3"/>
    <dgm:cxn modelId="{003D31C3-7DAC-44CF-AEF6-27D172B23A10}" type="presOf" srcId="{46750CBC-489C-480B-AA03-319F72A6CD19}" destId="{E4AF39B8-2E5E-4662-8A0D-1F8E5F317C7F}" srcOrd="0" destOrd="0" presId="urn:microsoft.com/office/officeart/2005/8/layout/hierarchy3"/>
    <dgm:cxn modelId="{EA1B00D1-4168-4C0A-97F5-EE053AF36F8A}" type="presOf" srcId="{5048AF5B-A5C3-47E9-A03A-B53F54F60656}" destId="{0B4289DC-515A-4E72-B9F6-00BCD7ED7D78}" srcOrd="0" destOrd="0" presId="urn:microsoft.com/office/officeart/2005/8/layout/hierarchy3"/>
    <dgm:cxn modelId="{C21F7FEF-0CCB-4DF8-99A3-9C28EAD02C0A}" type="presOf" srcId="{15C1BFCE-3B10-4651-B039-7EEE538EC7C6}" destId="{0ED817CE-914D-49AB-97E4-2F3C70FD9A89}" srcOrd="0" destOrd="0" presId="urn:microsoft.com/office/officeart/2005/8/layout/hierarchy3"/>
    <dgm:cxn modelId="{4F5D3EFF-F393-41DB-B9BA-E9DEFAC9F761}" srcId="{AC44932A-5565-4916-BDAA-E689A413870C}" destId="{479697DC-C0F8-4A3E-A8A9-F9A8307CD4B7}" srcOrd="0" destOrd="0" parTransId="{0F1AB028-0C6D-49DD-95BD-432337C7C74C}" sibTransId="{7EDFD45D-5B87-425B-973F-685F6639049A}"/>
    <dgm:cxn modelId="{4B769187-E964-4E7D-8DB3-24B004766CFA}" type="presParOf" srcId="{E4AF39B8-2E5E-4662-8A0D-1F8E5F317C7F}" destId="{BFB003CE-D600-4988-AB9A-0AE33C03B65E}" srcOrd="0" destOrd="0" presId="urn:microsoft.com/office/officeart/2005/8/layout/hierarchy3"/>
    <dgm:cxn modelId="{2349B35F-A161-41A2-BEA1-79F0F27A9FBC}" type="presParOf" srcId="{BFB003CE-D600-4988-AB9A-0AE33C03B65E}" destId="{CFFA4D08-A324-4F36-A727-A37673401D00}" srcOrd="0" destOrd="0" presId="urn:microsoft.com/office/officeart/2005/8/layout/hierarchy3"/>
    <dgm:cxn modelId="{E6132197-3F2C-4B14-8570-E242C700F602}" type="presParOf" srcId="{CFFA4D08-A324-4F36-A727-A37673401D00}" destId="{A75BA3D9-97C3-47C6-A1FD-D565E5C4AED3}" srcOrd="0" destOrd="0" presId="urn:microsoft.com/office/officeart/2005/8/layout/hierarchy3"/>
    <dgm:cxn modelId="{C6534811-7A5A-4063-86A5-4CAEC9363C15}" type="presParOf" srcId="{CFFA4D08-A324-4F36-A727-A37673401D00}" destId="{E21A1C49-C7CF-4D6B-8CF6-D00960754B4F}" srcOrd="1" destOrd="0" presId="urn:microsoft.com/office/officeart/2005/8/layout/hierarchy3"/>
    <dgm:cxn modelId="{AE35963F-A119-44F6-BD4A-54272C28D295}" type="presParOf" srcId="{BFB003CE-D600-4988-AB9A-0AE33C03B65E}" destId="{9EB26389-A9F0-4A7B-98CA-B745E7282809}" srcOrd="1" destOrd="0" presId="urn:microsoft.com/office/officeart/2005/8/layout/hierarchy3"/>
    <dgm:cxn modelId="{C1EE98B3-ADFF-4FC5-9B3D-5F2641B0F7E3}" type="presParOf" srcId="{9EB26389-A9F0-4A7B-98CA-B745E7282809}" destId="{E3BC39CB-DD51-483B-9634-D09ED724225F}" srcOrd="0" destOrd="0" presId="urn:microsoft.com/office/officeart/2005/8/layout/hierarchy3"/>
    <dgm:cxn modelId="{BBE88C7F-BFC5-4AB5-9823-C144F773E751}" type="presParOf" srcId="{9EB26389-A9F0-4A7B-98CA-B745E7282809}" destId="{FA3052DB-B555-4BAF-B771-BB6F0FE17E5D}" srcOrd="1" destOrd="0" presId="urn:microsoft.com/office/officeart/2005/8/layout/hierarchy3"/>
    <dgm:cxn modelId="{0CD733EC-F51B-4DD6-A008-E413C31071D5}" type="presParOf" srcId="{9EB26389-A9F0-4A7B-98CA-B745E7282809}" destId="{FF23D9C2-AF31-4FA2-9330-9F5753CFF32E}" srcOrd="2" destOrd="0" presId="urn:microsoft.com/office/officeart/2005/8/layout/hierarchy3"/>
    <dgm:cxn modelId="{EEFE3706-24F6-4B0C-BBFC-724937F48218}" type="presParOf" srcId="{9EB26389-A9F0-4A7B-98CA-B745E7282809}" destId="{0ED817CE-914D-49AB-97E4-2F3C70FD9A89}" srcOrd="3" destOrd="0" presId="urn:microsoft.com/office/officeart/2005/8/layout/hierarchy3"/>
    <dgm:cxn modelId="{6E8D46FF-3144-4B65-9E96-12C982E56861}" type="presParOf" srcId="{E4AF39B8-2E5E-4662-8A0D-1F8E5F317C7F}" destId="{3F3F4CA4-6397-4EA4-9BA8-4974ADB3D54D}" srcOrd="1" destOrd="0" presId="urn:microsoft.com/office/officeart/2005/8/layout/hierarchy3"/>
    <dgm:cxn modelId="{D6501140-CACA-4A07-946D-660E78024DAE}" type="presParOf" srcId="{3F3F4CA4-6397-4EA4-9BA8-4974ADB3D54D}" destId="{03DB837A-6F8D-42D6-91ED-617F816221E2}" srcOrd="0" destOrd="0" presId="urn:microsoft.com/office/officeart/2005/8/layout/hierarchy3"/>
    <dgm:cxn modelId="{F2AE7D87-BF4E-410F-ABB9-7201A843F9AC}" type="presParOf" srcId="{03DB837A-6F8D-42D6-91ED-617F816221E2}" destId="{D5090C35-6051-40B4-B503-C46AC015B1C9}" srcOrd="0" destOrd="0" presId="urn:microsoft.com/office/officeart/2005/8/layout/hierarchy3"/>
    <dgm:cxn modelId="{B0038C32-82CD-4821-870C-E22A8439A4A5}" type="presParOf" srcId="{03DB837A-6F8D-42D6-91ED-617F816221E2}" destId="{76B3E6DD-5B80-49FC-BAB2-BAF112BEFF03}" srcOrd="1" destOrd="0" presId="urn:microsoft.com/office/officeart/2005/8/layout/hierarchy3"/>
    <dgm:cxn modelId="{7793B135-F710-4E18-A16D-13DE3E7A30AF}" type="presParOf" srcId="{3F3F4CA4-6397-4EA4-9BA8-4974ADB3D54D}" destId="{98028978-944A-4149-BE52-53BA57EECB7D}" srcOrd="1" destOrd="0" presId="urn:microsoft.com/office/officeart/2005/8/layout/hierarchy3"/>
    <dgm:cxn modelId="{877B40A3-E1D0-4EC8-84CA-1CB915A5CCF4}" type="presParOf" srcId="{98028978-944A-4149-BE52-53BA57EECB7D}" destId="{0B4289DC-515A-4E72-B9F6-00BCD7ED7D78}" srcOrd="0" destOrd="0" presId="urn:microsoft.com/office/officeart/2005/8/layout/hierarchy3"/>
    <dgm:cxn modelId="{2E5EB420-7834-4FED-90B8-248D72808E7D}" type="presParOf" srcId="{98028978-944A-4149-BE52-53BA57EECB7D}" destId="{8486F805-DFB0-41A7-A2DB-2F7CAF4A88A7}"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4B4FBD2-326A-4446-B436-8DE1D6A196D2}" type="doc">
      <dgm:prSet loTypeId="urn:microsoft.com/office/officeart/2005/8/layout/hList7" loCatId="list" qsTypeId="urn:microsoft.com/office/officeart/2005/8/quickstyle/simple1" qsCatId="simple" csTypeId="urn:microsoft.com/office/officeart/2005/8/colors/accent1_2" csCatId="accent1" phldr="1"/>
      <dgm:spPr/>
      <dgm:t>
        <a:bodyPr/>
        <a:lstStyle/>
        <a:p>
          <a:endParaRPr lang="en-US"/>
        </a:p>
      </dgm:t>
    </dgm:pt>
    <dgm:pt modelId="{7A7C9260-B813-4B0D-9738-6D76A7C69441}">
      <dgm:prSet phldrT="[Text]"/>
      <dgm:spPr>
        <a:blipFill rotWithShape="0">
          <a:blip xmlns:r="http://schemas.openxmlformats.org/officeDocument/2006/relationships" r:embed="rId1"/>
          <a:stretch>
            <a:fillRect l="-25000" r="-25000"/>
          </a:stretch>
        </a:blipFill>
      </dgm:spPr>
      <dgm:t>
        <a:bodyPr/>
        <a:lstStyle/>
        <a:p>
          <a:endParaRPr lang="en-US" b="1" dirty="0">
            <a:solidFill>
              <a:schemeClr val="bg1"/>
            </a:solidFill>
          </a:endParaRPr>
        </a:p>
      </dgm:t>
    </dgm:pt>
    <dgm:pt modelId="{A3F8A082-1C2E-438F-9A40-0258BA435619}" type="parTrans" cxnId="{7D291D0B-07E3-4929-B427-1BC6F8568911}">
      <dgm:prSet/>
      <dgm:spPr/>
      <dgm:t>
        <a:bodyPr/>
        <a:lstStyle/>
        <a:p>
          <a:endParaRPr lang="en-US"/>
        </a:p>
      </dgm:t>
    </dgm:pt>
    <dgm:pt modelId="{D56EDEDE-AFFB-4A86-948A-A12200FCC717}" type="sibTrans" cxnId="{7D291D0B-07E3-4929-B427-1BC6F8568911}">
      <dgm:prSet/>
      <dgm:spPr/>
      <dgm:t>
        <a:bodyPr/>
        <a:lstStyle/>
        <a:p>
          <a:endParaRPr lang="en-US"/>
        </a:p>
      </dgm:t>
    </dgm:pt>
    <dgm:pt modelId="{4CDD583E-1068-4BCA-8764-2D3A8EEDEE03}">
      <dgm:prSet phldrT="[Text]"/>
      <dgm:spPr>
        <a:blipFill rotWithShape="0">
          <a:blip xmlns:r="http://schemas.openxmlformats.org/officeDocument/2006/relationships" r:embed="rId1"/>
          <a:stretch>
            <a:fillRect l="-25000" r="-25000"/>
          </a:stretch>
        </a:blipFill>
      </dgm:spPr>
      <dgm:t>
        <a:bodyPr/>
        <a:lstStyle/>
        <a:p>
          <a:endParaRPr lang="en-US" dirty="0"/>
        </a:p>
      </dgm:t>
    </dgm:pt>
    <dgm:pt modelId="{7B971517-31DB-4B74-B471-7823537CE837}" type="parTrans" cxnId="{A543B284-8F59-4FBB-B707-F9D0AC8C5D12}">
      <dgm:prSet/>
      <dgm:spPr/>
      <dgm:t>
        <a:bodyPr/>
        <a:lstStyle/>
        <a:p>
          <a:endParaRPr lang="en-US"/>
        </a:p>
      </dgm:t>
    </dgm:pt>
    <dgm:pt modelId="{8AB4B47F-6767-4188-B2B2-84BBD289040E}" type="sibTrans" cxnId="{A543B284-8F59-4FBB-B707-F9D0AC8C5D12}">
      <dgm:prSet/>
      <dgm:spPr/>
      <dgm:t>
        <a:bodyPr/>
        <a:lstStyle/>
        <a:p>
          <a:endParaRPr lang="en-US"/>
        </a:p>
      </dgm:t>
    </dgm:pt>
    <dgm:pt modelId="{59EB7017-AF97-439B-BF64-EC774A047A54}">
      <dgm:prSet phldrT="[Text]"/>
      <dgm:spPr>
        <a:blipFill rotWithShape="0">
          <a:blip xmlns:r="http://schemas.openxmlformats.org/officeDocument/2006/relationships" r:embed="rId1"/>
          <a:stretch>
            <a:fillRect l="-25000" r="-25000"/>
          </a:stretch>
        </a:blipFill>
      </dgm:spPr>
      <dgm:t>
        <a:bodyPr/>
        <a:lstStyle/>
        <a:p>
          <a:endParaRPr lang="en-US" dirty="0"/>
        </a:p>
      </dgm:t>
    </dgm:pt>
    <dgm:pt modelId="{E87FD624-AD23-4024-ADE2-32F39F7C7BCD}" type="parTrans" cxnId="{72FDB226-FEC1-48BD-BBC2-133512F2E60B}">
      <dgm:prSet/>
      <dgm:spPr/>
      <dgm:t>
        <a:bodyPr/>
        <a:lstStyle/>
        <a:p>
          <a:endParaRPr lang="en-US"/>
        </a:p>
      </dgm:t>
    </dgm:pt>
    <dgm:pt modelId="{E3F410A6-1DBA-4821-8C6B-4FDB16691F7A}" type="sibTrans" cxnId="{72FDB226-FEC1-48BD-BBC2-133512F2E60B}">
      <dgm:prSet/>
      <dgm:spPr/>
      <dgm:t>
        <a:bodyPr/>
        <a:lstStyle/>
        <a:p>
          <a:endParaRPr lang="en-US"/>
        </a:p>
      </dgm:t>
    </dgm:pt>
    <dgm:pt modelId="{DE97FE93-D0DA-4B8F-A853-182BAC609546}" type="pres">
      <dgm:prSet presAssocID="{64B4FBD2-326A-4446-B436-8DE1D6A196D2}" presName="Name0" presStyleCnt="0">
        <dgm:presLayoutVars>
          <dgm:dir/>
          <dgm:resizeHandles val="exact"/>
        </dgm:presLayoutVars>
      </dgm:prSet>
      <dgm:spPr/>
    </dgm:pt>
    <dgm:pt modelId="{02734A22-ADDE-4A01-84F0-AC014FB35E1F}" type="pres">
      <dgm:prSet presAssocID="{64B4FBD2-326A-4446-B436-8DE1D6A196D2}" presName="fgShape" presStyleLbl="fgShp" presStyleIdx="0" presStyleCnt="1" custLinFactNeighborX="408" custLinFactNeighborY="17500"/>
      <dgm:spPr>
        <a:solidFill>
          <a:schemeClr val="tx1"/>
        </a:solidFill>
        <a:ln>
          <a:solidFill>
            <a:srgbClr val="1D1858"/>
          </a:solidFill>
        </a:ln>
      </dgm:spPr>
    </dgm:pt>
    <dgm:pt modelId="{DEDC3F10-D03E-4FD6-A131-DF88FB6F3B95}" type="pres">
      <dgm:prSet presAssocID="{64B4FBD2-326A-4446-B436-8DE1D6A196D2}" presName="linComp" presStyleCnt="0"/>
      <dgm:spPr/>
    </dgm:pt>
    <dgm:pt modelId="{EFA8DE52-39F2-4C1C-85DF-F9DEA5638283}" type="pres">
      <dgm:prSet presAssocID="{7A7C9260-B813-4B0D-9738-6D76A7C69441}" presName="compNode" presStyleCnt="0"/>
      <dgm:spPr/>
    </dgm:pt>
    <dgm:pt modelId="{C0D544C8-7B74-4ED0-8990-4CEAB4D9E54A}" type="pres">
      <dgm:prSet presAssocID="{7A7C9260-B813-4B0D-9738-6D76A7C69441}" presName="bkgdShape" presStyleLbl="node1" presStyleIdx="0" presStyleCnt="3" custScaleY="73687" custLinFactNeighborY="6937"/>
      <dgm:spPr/>
    </dgm:pt>
    <dgm:pt modelId="{E789FD45-2430-4BB1-A58F-95158D57BB23}" type="pres">
      <dgm:prSet presAssocID="{7A7C9260-B813-4B0D-9738-6D76A7C69441}" presName="nodeTx" presStyleLbl="node1" presStyleIdx="0" presStyleCnt="3">
        <dgm:presLayoutVars>
          <dgm:bulletEnabled val="1"/>
        </dgm:presLayoutVars>
      </dgm:prSet>
      <dgm:spPr/>
    </dgm:pt>
    <dgm:pt modelId="{21B806E7-CD4A-4BB1-896C-2077F7534AC4}" type="pres">
      <dgm:prSet presAssocID="{7A7C9260-B813-4B0D-9738-6D76A7C69441}" presName="invisiNode" presStyleLbl="node1" presStyleIdx="0" presStyleCnt="3"/>
      <dgm:spPr/>
    </dgm:pt>
    <dgm:pt modelId="{39375DD8-2A06-4469-B05F-25E2B710826F}" type="pres">
      <dgm:prSet presAssocID="{7A7C9260-B813-4B0D-9738-6D76A7C69441}" presName="imagNode" presStyleLbl="fgImgPlace1" presStyleIdx="0" presStyleCnt="3" custLinFactNeighborY="-34851"/>
      <dgm:spPr>
        <a:solidFill>
          <a:schemeClr val="tx1"/>
        </a:solidFill>
        <a:effectLst>
          <a:outerShdw blurRad="50800" dist="50800" dir="5400000" algn="ctr" rotWithShape="0">
            <a:schemeClr val="bg1"/>
          </a:outerShdw>
        </a:effectLst>
      </dgm:spPr>
    </dgm:pt>
    <dgm:pt modelId="{FC74BDEA-DBF3-4821-903D-147F99D7F545}" type="pres">
      <dgm:prSet presAssocID="{D56EDEDE-AFFB-4A86-948A-A12200FCC717}" presName="sibTrans" presStyleLbl="sibTrans2D1" presStyleIdx="0" presStyleCnt="0"/>
      <dgm:spPr/>
    </dgm:pt>
    <dgm:pt modelId="{9F648CC3-8DD6-44D4-907D-AAC74A422CE4}" type="pres">
      <dgm:prSet presAssocID="{4CDD583E-1068-4BCA-8764-2D3A8EEDEE03}" presName="compNode" presStyleCnt="0"/>
      <dgm:spPr/>
    </dgm:pt>
    <dgm:pt modelId="{3C76743D-979D-46A1-A105-A1F481770259}" type="pres">
      <dgm:prSet presAssocID="{4CDD583E-1068-4BCA-8764-2D3A8EEDEE03}" presName="bkgdShape" presStyleLbl="node1" presStyleIdx="1" presStyleCnt="3" custScaleX="96947" custScaleY="73718" custLinFactNeighborX="0" custLinFactNeighborY="7687"/>
      <dgm:spPr/>
    </dgm:pt>
    <dgm:pt modelId="{5336FE90-D9F7-4CF7-9175-036BCD19F296}" type="pres">
      <dgm:prSet presAssocID="{4CDD583E-1068-4BCA-8764-2D3A8EEDEE03}" presName="nodeTx" presStyleLbl="node1" presStyleIdx="1" presStyleCnt="3">
        <dgm:presLayoutVars>
          <dgm:bulletEnabled val="1"/>
        </dgm:presLayoutVars>
      </dgm:prSet>
      <dgm:spPr/>
    </dgm:pt>
    <dgm:pt modelId="{8377C3F6-7728-46DD-BB09-12956AAAD052}" type="pres">
      <dgm:prSet presAssocID="{4CDD583E-1068-4BCA-8764-2D3A8EEDEE03}" presName="invisiNode" presStyleLbl="node1" presStyleIdx="1" presStyleCnt="3"/>
      <dgm:spPr/>
    </dgm:pt>
    <dgm:pt modelId="{1E986EE4-B654-4EDF-B16C-D3C6E433D11C}" type="pres">
      <dgm:prSet presAssocID="{4CDD583E-1068-4BCA-8764-2D3A8EEDEE03}" presName="imagNode" presStyleLbl="fgImgPlace1" presStyleIdx="1" presStyleCnt="3" custLinFactNeighborX="0" custLinFactNeighborY="-37368"/>
      <dgm:spPr>
        <a:solidFill>
          <a:schemeClr val="tx1"/>
        </a:solidFill>
        <a:effectLst>
          <a:outerShdw blurRad="50800" dist="50800" dir="5400000" algn="ctr" rotWithShape="0">
            <a:schemeClr val="bg1"/>
          </a:outerShdw>
        </a:effectLst>
      </dgm:spPr>
    </dgm:pt>
    <dgm:pt modelId="{8AB3358C-63D4-484B-A04F-47A4B3875EDE}" type="pres">
      <dgm:prSet presAssocID="{8AB4B47F-6767-4188-B2B2-84BBD289040E}" presName="sibTrans" presStyleLbl="sibTrans2D1" presStyleIdx="0" presStyleCnt="0"/>
      <dgm:spPr/>
    </dgm:pt>
    <dgm:pt modelId="{A42B5E3F-8C2E-41F1-A1A7-A4238B42860C}" type="pres">
      <dgm:prSet presAssocID="{59EB7017-AF97-439B-BF64-EC774A047A54}" presName="compNode" presStyleCnt="0"/>
      <dgm:spPr/>
    </dgm:pt>
    <dgm:pt modelId="{0557D490-19FA-4C00-BCCB-3736375C2046}" type="pres">
      <dgm:prSet presAssocID="{59EB7017-AF97-439B-BF64-EC774A047A54}" presName="bkgdShape" presStyleLbl="node1" presStyleIdx="2" presStyleCnt="3" custScaleY="72937" custLinFactNeighborX="64" custLinFactNeighborY="16117"/>
      <dgm:spPr/>
    </dgm:pt>
    <dgm:pt modelId="{A5777AF4-4777-4E50-8352-64CF88868D11}" type="pres">
      <dgm:prSet presAssocID="{59EB7017-AF97-439B-BF64-EC774A047A54}" presName="nodeTx" presStyleLbl="node1" presStyleIdx="2" presStyleCnt="3">
        <dgm:presLayoutVars>
          <dgm:bulletEnabled val="1"/>
        </dgm:presLayoutVars>
      </dgm:prSet>
      <dgm:spPr/>
    </dgm:pt>
    <dgm:pt modelId="{B3A7E6D2-95FA-4309-8546-527A4D848557}" type="pres">
      <dgm:prSet presAssocID="{59EB7017-AF97-439B-BF64-EC774A047A54}" presName="invisiNode" presStyleLbl="node1" presStyleIdx="2" presStyleCnt="3"/>
      <dgm:spPr/>
    </dgm:pt>
    <dgm:pt modelId="{4E9049B0-F9A6-4697-BD95-FB85BC0FAA24}" type="pres">
      <dgm:prSet presAssocID="{59EB7017-AF97-439B-BF64-EC774A047A54}" presName="imagNode" presStyleLbl="fgImgPlace1" presStyleIdx="2" presStyleCnt="3" custLinFactNeighborX="563" custLinFactNeighborY="-35471"/>
      <dgm:spPr>
        <a:solidFill>
          <a:schemeClr val="tx1"/>
        </a:solidFill>
        <a:effectLst>
          <a:outerShdw blurRad="50800" dist="50800" dir="5400000" algn="ctr" rotWithShape="0">
            <a:schemeClr val="bg1"/>
          </a:outerShdw>
        </a:effectLst>
      </dgm:spPr>
    </dgm:pt>
  </dgm:ptLst>
  <dgm:cxnLst>
    <dgm:cxn modelId="{4E45D508-ECCA-40EA-9219-19052AACB6BF}" type="presOf" srcId="{D56EDEDE-AFFB-4A86-948A-A12200FCC717}" destId="{FC74BDEA-DBF3-4821-903D-147F99D7F545}" srcOrd="0" destOrd="0" presId="urn:microsoft.com/office/officeart/2005/8/layout/hList7"/>
    <dgm:cxn modelId="{7D291D0B-07E3-4929-B427-1BC6F8568911}" srcId="{64B4FBD2-326A-4446-B436-8DE1D6A196D2}" destId="{7A7C9260-B813-4B0D-9738-6D76A7C69441}" srcOrd="0" destOrd="0" parTransId="{A3F8A082-1C2E-438F-9A40-0258BA435619}" sibTransId="{D56EDEDE-AFFB-4A86-948A-A12200FCC717}"/>
    <dgm:cxn modelId="{5C843E12-B1E9-4573-AC80-B9AF6B359A6D}" type="presOf" srcId="{8AB4B47F-6767-4188-B2B2-84BBD289040E}" destId="{8AB3358C-63D4-484B-A04F-47A4B3875EDE}" srcOrd="0" destOrd="0" presId="urn:microsoft.com/office/officeart/2005/8/layout/hList7"/>
    <dgm:cxn modelId="{FC72AA19-E14F-4F3D-8B1C-7C363504361D}" type="presOf" srcId="{7A7C9260-B813-4B0D-9738-6D76A7C69441}" destId="{E789FD45-2430-4BB1-A58F-95158D57BB23}" srcOrd="1" destOrd="0" presId="urn:microsoft.com/office/officeart/2005/8/layout/hList7"/>
    <dgm:cxn modelId="{72FDB226-FEC1-48BD-BBC2-133512F2E60B}" srcId="{64B4FBD2-326A-4446-B436-8DE1D6A196D2}" destId="{59EB7017-AF97-439B-BF64-EC774A047A54}" srcOrd="2" destOrd="0" parTransId="{E87FD624-AD23-4024-ADE2-32F39F7C7BCD}" sibTransId="{E3F410A6-1DBA-4821-8C6B-4FDB16691F7A}"/>
    <dgm:cxn modelId="{FC32CB26-8F6E-4E45-B341-0E5BDF8FAFDF}" type="presOf" srcId="{59EB7017-AF97-439B-BF64-EC774A047A54}" destId="{0557D490-19FA-4C00-BCCB-3736375C2046}" srcOrd="0" destOrd="0" presId="urn:microsoft.com/office/officeart/2005/8/layout/hList7"/>
    <dgm:cxn modelId="{0991025A-9FF7-4898-9B3E-443AF9C6A417}" type="presOf" srcId="{7A7C9260-B813-4B0D-9738-6D76A7C69441}" destId="{C0D544C8-7B74-4ED0-8990-4CEAB4D9E54A}" srcOrd="0" destOrd="0" presId="urn:microsoft.com/office/officeart/2005/8/layout/hList7"/>
    <dgm:cxn modelId="{F1264D7A-7AAB-4C79-815D-FC86AD444C85}" type="presOf" srcId="{4CDD583E-1068-4BCA-8764-2D3A8EEDEE03}" destId="{5336FE90-D9F7-4CF7-9175-036BCD19F296}" srcOrd="1" destOrd="0" presId="urn:microsoft.com/office/officeart/2005/8/layout/hList7"/>
    <dgm:cxn modelId="{A543B284-8F59-4FBB-B707-F9D0AC8C5D12}" srcId="{64B4FBD2-326A-4446-B436-8DE1D6A196D2}" destId="{4CDD583E-1068-4BCA-8764-2D3A8EEDEE03}" srcOrd="1" destOrd="0" parTransId="{7B971517-31DB-4B74-B471-7823537CE837}" sibTransId="{8AB4B47F-6767-4188-B2B2-84BBD289040E}"/>
    <dgm:cxn modelId="{2E876BD3-DDB0-48C3-8BE1-A0B85FB80DFC}" type="presOf" srcId="{64B4FBD2-326A-4446-B436-8DE1D6A196D2}" destId="{DE97FE93-D0DA-4B8F-A853-182BAC609546}" srcOrd="0" destOrd="0" presId="urn:microsoft.com/office/officeart/2005/8/layout/hList7"/>
    <dgm:cxn modelId="{2249BFDD-2D66-48AB-AFFD-B0A76A361E61}" type="presOf" srcId="{4CDD583E-1068-4BCA-8764-2D3A8EEDEE03}" destId="{3C76743D-979D-46A1-A105-A1F481770259}" srcOrd="0" destOrd="0" presId="urn:microsoft.com/office/officeart/2005/8/layout/hList7"/>
    <dgm:cxn modelId="{824078FA-F75B-49A0-A0E8-C1DC178B00DC}" type="presOf" srcId="{59EB7017-AF97-439B-BF64-EC774A047A54}" destId="{A5777AF4-4777-4E50-8352-64CF88868D11}" srcOrd="1" destOrd="0" presId="urn:microsoft.com/office/officeart/2005/8/layout/hList7"/>
    <dgm:cxn modelId="{E4F297AD-2986-4075-BB02-F2A739AA2D52}" type="presParOf" srcId="{DE97FE93-D0DA-4B8F-A853-182BAC609546}" destId="{02734A22-ADDE-4A01-84F0-AC014FB35E1F}" srcOrd="0" destOrd="0" presId="urn:microsoft.com/office/officeart/2005/8/layout/hList7"/>
    <dgm:cxn modelId="{C230984D-1D6D-4140-802D-C8453996C99F}" type="presParOf" srcId="{DE97FE93-D0DA-4B8F-A853-182BAC609546}" destId="{DEDC3F10-D03E-4FD6-A131-DF88FB6F3B95}" srcOrd="1" destOrd="0" presId="urn:microsoft.com/office/officeart/2005/8/layout/hList7"/>
    <dgm:cxn modelId="{9271FD6C-4D0C-4208-B7EC-CC7E21D8AFA2}" type="presParOf" srcId="{DEDC3F10-D03E-4FD6-A131-DF88FB6F3B95}" destId="{EFA8DE52-39F2-4C1C-85DF-F9DEA5638283}" srcOrd="0" destOrd="0" presId="urn:microsoft.com/office/officeart/2005/8/layout/hList7"/>
    <dgm:cxn modelId="{5B1B0294-42B0-4577-9A26-0BDEBCE7D67B}" type="presParOf" srcId="{EFA8DE52-39F2-4C1C-85DF-F9DEA5638283}" destId="{C0D544C8-7B74-4ED0-8990-4CEAB4D9E54A}" srcOrd="0" destOrd="0" presId="urn:microsoft.com/office/officeart/2005/8/layout/hList7"/>
    <dgm:cxn modelId="{BE293DBC-C81E-45FE-A182-4542B37EDB36}" type="presParOf" srcId="{EFA8DE52-39F2-4C1C-85DF-F9DEA5638283}" destId="{E789FD45-2430-4BB1-A58F-95158D57BB23}" srcOrd="1" destOrd="0" presId="urn:microsoft.com/office/officeart/2005/8/layout/hList7"/>
    <dgm:cxn modelId="{020953B0-FE68-4724-A717-A1C0CC40FD43}" type="presParOf" srcId="{EFA8DE52-39F2-4C1C-85DF-F9DEA5638283}" destId="{21B806E7-CD4A-4BB1-896C-2077F7534AC4}" srcOrd="2" destOrd="0" presId="urn:microsoft.com/office/officeart/2005/8/layout/hList7"/>
    <dgm:cxn modelId="{95B17134-6FF3-4572-BB40-28F2C24921E6}" type="presParOf" srcId="{EFA8DE52-39F2-4C1C-85DF-F9DEA5638283}" destId="{39375DD8-2A06-4469-B05F-25E2B710826F}" srcOrd="3" destOrd="0" presId="urn:microsoft.com/office/officeart/2005/8/layout/hList7"/>
    <dgm:cxn modelId="{5511D16D-3CA8-4DF5-9D66-CBB4D51BB028}" type="presParOf" srcId="{DEDC3F10-D03E-4FD6-A131-DF88FB6F3B95}" destId="{FC74BDEA-DBF3-4821-903D-147F99D7F545}" srcOrd="1" destOrd="0" presId="urn:microsoft.com/office/officeart/2005/8/layout/hList7"/>
    <dgm:cxn modelId="{2E7BD225-D225-486A-9092-70EF46FE0E66}" type="presParOf" srcId="{DEDC3F10-D03E-4FD6-A131-DF88FB6F3B95}" destId="{9F648CC3-8DD6-44D4-907D-AAC74A422CE4}" srcOrd="2" destOrd="0" presId="urn:microsoft.com/office/officeart/2005/8/layout/hList7"/>
    <dgm:cxn modelId="{9E00161A-5D82-49C3-B4FD-58D6C41D07FE}" type="presParOf" srcId="{9F648CC3-8DD6-44D4-907D-AAC74A422CE4}" destId="{3C76743D-979D-46A1-A105-A1F481770259}" srcOrd="0" destOrd="0" presId="urn:microsoft.com/office/officeart/2005/8/layout/hList7"/>
    <dgm:cxn modelId="{0457C445-E4A7-47D1-AA58-4AEA84F1F809}" type="presParOf" srcId="{9F648CC3-8DD6-44D4-907D-AAC74A422CE4}" destId="{5336FE90-D9F7-4CF7-9175-036BCD19F296}" srcOrd="1" destOrd="0" presId="urn:microsoft.com/office/officeart/2005/8/layout/hList7"/>
    <dgm:cxn modelId="{61E2A292-ACC2-4D6B-8B57-8509C1718624}" type="presParOf" srcId="{9F648CC3-8DD6-44D4-907D-AAC74A422CE4}" destId="{8377C3F6-7728-46DD-BB09-12956AAAD052}" srcOrd="2" destOrd="0" presId="urn:microsoft.com/office/officeart/2005/8/layout/hList7"/>
    <dgm:cxn modelId="{212298E0-001F-4A05-A46E-123727FAEB4E}" type="presParOf" srcId="{9F648CC3-8DD6-44D4-907D-AAC74A422CE4}" destId="{1E986EE4-B654-4EDF-B16C-D3C6E433D11C}" srcOrd="3" destOrd="0" presId="urn:microsoft.com/office/officeart/2005/8/layout/hList7"/>
    <dgm:cxn modelId="{8237F608-09D0-43A9-A13F-143DF071CE87}" type="presParOf" srcId="{DEDC3F10-D03E-4FD6-A131-DF88FB6F3B95}" destId="{8AB3358C-63D4-484B-A04F-47A4B3875EDE}" srcOrd="3" destOrd="0" presId="urn:microsoft.com/office/officeart/2005/8/layout/hList7"/>
    <dgm:cxn modelId="{1193045E-EA48-4571-9CD2-4979F2E01A4B}" type="presParOf" srcId="{DEDC3F10-D03E-4FD6-A131-DF88FB6F3B95}" destId="{A42B5E3F-8C2E-41F1-A1A7-A4238B42860C}" srcOrd="4" destOrd="0" presId="urn:microsoft.com/office/officeart/2005/8/layout/hList7"/>
    <dgm:cxn modelId="{60F4AADE-6BCA-4CA2-96F2-8897B1E1D099}" type="presParOf" srcId="{A42B5E3F-8C2E-41F1-A1A7-A4238B42860C}" destId="{0557D490-19FA-4C00-BCCB-3736375C2046}" srcOrd="0" destOrd="0" presId="urn:microsoft.com/office/officeart/2005/8/layout/hList7"/>
    <dgm:cxn modelId="{775405C5-125A-4FCE-B047-63E674D9612F}" type="presParOf" srcId="{A42B5E3F-8C2E-41F1-A1A7-A4238B42860C}" destId="{A5777AF4-4777-4E50-8352-64CF88868D11}" srcOrd="1" destOrd="0" presId="urn:microsoft.com/office/officeart/2005/8/layout/hList7"/>
    <dgm:cxn modelId="{2D63D5FC-672C-4063-A6E7-61D91E904C13}" type="presParOf" srcId="{A42B5E3F-8C2E-41F1-A1A7-A4238B42860C}" destId="{B3A7E6D2-95FA-4309-8546-527A4D848557}" srcOrd="2" destOrd="0" presId="urn:microsoft.com/office/officeart/2005/8/layout/hList7"/>
    <dgm:cxn modelId="{3479013B-9E14-4D3A-8C9D-DCDA441B8E11}" type="presParOf" srcId="{A42B5E3F-8C2E-41F1-A1A7-A4238B42860C}" destId="{4E9049B0-F9A6-4697-BD95-FB85BC0FAA24}" srcOrd="3" destOrd="0" presId="urn:microsoft.com/office/officeart/2005/8/layout/hList7"/>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EAF1294-EBA6-4F96-942E-60C6F8733489}" type="doc">
      <dgm:prSet loTypeId="urn:microsoft.com/office/officeart/2011/layout/ThemePictureAccent" loCatId="picture" qsTypeId="urn:microsoft.com/office/officeart/2005/8/quickstyle/simple1" qsCatId="simple" csTypeId="urn:microsoft.com/office/officeart/2005/8/colors/accent1_2" csCatId="accent1" phldr="1"/>
      <dgm:spPr/>
      <dgm:t>
        <a:bodyPr/>
        <a:lstStyle/>
        <a:p>
          <a:endParaRPr lang="en-US"/>
        </a:p>
      </dgm:t>
    </dgm:pt>
    <dgm:pt modelId="{08BD0905-B3EA-48B5-B0A2-9032856ABD2F}">
      <dgm:prSet phldrT="[Text]"/>
      <dgm:spPr/>
      <dgm:t>
        <a:bodyPr/>
        <a:lstStyle/>
        <a:p>
          <a:endParaRPr lang="en-US" dirty="0"/>
        </a:p>
      </dgm:t>
    </dgm:pt>
    <dgm:pt modelId="{91CF0B4B-743B-4B77-9095-6D3EB93AF679}" type="parTrans" cxnId="{3E278D1F-1E61-422E-895C-3D311F8723BB}">
      <dgm:prSet/>
      <dgm:spPr/>
      <dgm:t>
        <a:bodyPr/>
        <a:lstStyle/>
        <a:p>
          <a:endParaRPr lang="en-US"/>
        </a:p>
      </dgm:t>
    </dgm:pt>
    <dgm:pt modelId="{A5F79DAF-BEB4-4D1A-B8A2-0227A29AC7D2}" type="sibTrans" cxnId="{3E278D1F-1E61-422E-895C-3D311F8723BB}">
      <dgm:prSet/>
      <dgm:spPr/>
      <dgm:t>
        <a:bodyPr/>
        <a:lstStyle/>
        <a:p>
          <a:endParaRPr lang="en-US"/>
        </a:p>
      </dgm:t>
    </dgm:pt>
    <dgm:pt modelId="{DD8B93B0-BB00-490A-9A5F-BAADBABE1D4C}">
      <dgm:prSet phldrT="[Text]"/>
      <dgm:spPr/>
      <dgm:t>
        <a:bodyPr/>
        <a:lstStyle/>
        <a:p>
          <a:endParaRPr lang="en-US" dirty="0"/>
        </a:p>
      </dgm:t>
    </dgm:pt>
    <dgm:pt modelId="{2DA41CC2-0FB7-45E0-BFD5-2C118BC8B2B8}" type="parTrans" cxnId="{E65F1444-6518-46A3-961C-73595265096A}">
      <dgm:prSet/>
      <dgm:spPr/>
      <dgm:t>
        <a:bodyPr/>
        <a:lstStyle/>
        <a:p>
          <a:endParaRPr lang="en-US"/>
        </a:p>
      </dgm:t>
    </dgm:pt>
    <dgm:pt modelId="{CD94B339-7203-4C5F-B37E-F76651B59E52}" type="sibTrans" cxnId="{E65F1444-6518-46A3-961C-73595265096A}">
      <dgm:prSet/>
      <dgm:spPr/>
      <dgm:t>
        <a:bodyPr/>
        <a:lstStyle/>
        <a:p>
          <a:endParaRPr lang="en-US"/>
        </a:p>
      </dgm:t>
    </dgm:pt>
    <dgm:pt modelId="{57FFBE68-F7C6-4CBF-8D2F-19066E0C6586}">
      <dgm:prSet phldrT="[Text]"/>
      <dgm:spPr/>
      <dgm:t>
        <a:bodyPr/>
        <a:lstStyle/>
        <a:p>
          <a:endParaRPr lang="en-US" dirty="0"/>
        </a:p>
      </dgm:t>
    </dgm:pt>
    <dgm:pt modelId="{4A3BE3F9-57C0-47F7-963E-F51242BA0771}" type="parTrans" cxnId="{7897FBA0-9DAB-422C-972C-4E6B908203B0}">
      <dgm:prSet/>
      <dgm:spPr/>
      <dgm:t>
        <a:bodyPr/>
        <a:lstStyle/>
        <a:p>
          <a:endParaRPr lang="en-US"/>
        </a:p>
      </dgm:t>
    </dgm:pt>
    <dgm:pt modelId="{E9269F01-0D7E-4506-818F-535BDF57F13B}" type="sibTrans" cxnId="{7897FBA0-9DAB-422C-972C-4E6B908203B0}">
      <dgm:prSet/>
      <dgm:spPr/>
      <dgm:t>
        <a:bodyPr/>
        <a:lstStyle/>
        <a:p>
          <a:endParaRPr lang="en-US"/>
        </a:p>
      </dgm:t>
    </dgm:pt>
    <dgm:pt modelId="{886E7E2D-BB2B-4B78-94EA-B7F7F838AF3D}">
      <dgm:prSet phldrT="[Text]"/>
      <dgm:spPr/>
      <dgm:t>
        <a:bodyPr/>
        <a:lstStyle/>
        <a:p>
          <a:endParaRPr lang="en-US" dirty="0"/>
        </a:p>
      </dgm:t>
    </dgm:pt>
    <dgm:pt modelId="{BCE20230-A4FE-4F32-ADEA-D8EB52ABA8AB}" type="parTrans" cxnId="{84276E7B-3638-4C03-AB58-BF9378576D88}">
      <dgm:prSet/>
      <dgm:spPr/>
      <dgm:t>
        <a:bodyPr/>
        <a:lstStyle/>
        <a:p>
          <a:endParaRPr lang="en-US"/>
        </a:p>
      </dgm:t>
    </dgm:pt>
    <dgm:pt modelId="{D85E77DD-9C40-448C-B7DF-575940FEE053}" type="sibTrans" cxnId="{84276E7B-3638-4C03-AB58-BF9378576D88}">
      <dgm:prSet/>
      <dgm:spPr/>
      <dgm:t>
        <a:bodyPr/>
        <a:lstStyle/>
        <a:p>
          <a:endParaRPr lang="en-US"/>
        </a:p>
      </dgm:t>
    </dgm:pt>
    <dgm:pt modelId="{58B888D7-4039-4FC3-99E8-B880C5E8C386}">
      <dgm:prSet phldrT="[Text]"/>
      <dgm:spPr/>
      <dgm:t>
        <a:bodyPr/>
        <a:lstStyle/>
        <a:p>
          <a:endParaRPr lang="en-US" dirty="0"/>
        </a:p>
      </dgm:t>
    </dgm:pt>
    <dgm:pt modelId="{0BE50596-51F4-4B17-8DEB-54ECF672F57C}" type="parTrans" cxnId="{90DC0330-A7BC-44CD-85D6-BAF977C8E5C4}">
      <dgm:prSet/>
      <dgm:spPr/>
      <dgm:t>
        <a:bodyPr/>
        <a:lstStyle/>
        <a:p>
          <a:endParaRPr lang="en-US"/>
        </a:p>
      </dgm:t>
    </dgm:pt>
    <dgm:pt modelId="{3E2DF5D4-1C41-43E2-8BE2-1095AD5339AF}" type="sibTrans" cxnId="{90DC0330-A7BC-44CD-85D6-BAF977C8E5C4}">
      <dgm:prSet/>
      <dgm:spPr/>
      <dgm:t>
        <a:bodyPr/>
        <a:lstStyle/>
        <a:p>
          <a:endParaRPr lang="en-US"/>
        </a:p>
      </dgm:t>
    </dgm:pt>
    <dgm:pt modelId="{C40BF4B6-CEED-484A-881F-ED05DFD2FBDD}">
      <dgm:prSet phldrT="[Text]"/>
      <dgm:spPr/>
      <dgm:t>
        <a:bodyPr/>
        <a:lstStyle/>
        <a:p>
          <a:endParaRPr lang="en-US" dirty="0"/>
        </a:p>
      </dgm:t>
    </dgm:pt>
    <dgm:pt modelId="{9B1EA81F-B6AD-4F73-95C9-3D3AB130CDC5}" type="sibTrans" cxnId="{D133A16D-92BA-4872-8B86-0E641761BEEC}">
      <dgm:prSet/>
      <dgm:spPr/>
      <dgm:t>
        <a:bodyPr/>
        <a:lstStyle/>
        <a:p>
          <a:endParaRPr lang="en-US"/>
        </a:p>
      </dgm:t>
    </dgm:pt>
    <dgm:pt modelId="{B16BC33C-FCDD-4439-8E55-765323E6E3BF}" type="parTrans" cxnId="{D133A16D-92BA-4872-8B86-0E641761BEEC}">
      <dgm:prSet/>
      <dgm:spPr/>
      <dgm:t>
        <a:bodyPr/>
        <a:lstStyle/>
        <a:p>
          <a:endParaRPr lang="en-US"/>
        </a:p>
      </dgm:t>
    </dgm:pt>
    <dgm:pt modelId="{8B90A1C9-0AB2-4B54-A053-AC56F350B06E}" type="pres">
      <dgm:prSet presAssocID="{BEAF1294-EBA6-4F96-942E-60C6F8733489}" presName="Name0" presStyleCnt="0">
        <dgm:presLayoutVars>
          <dgm:chMax val="6"/>
          <dgm:chPref val="6"/>
          <dgm:dir/>
        </dgm:presLayoutVars>
      </dgm:prSet>
      <dgm:spPr/>
    </dgm:pt>
    <dgm:pt modelId="{FA86E249-DC49-4C75-B561-661D6EE4C070}" type="pres">
      <dgm:prSet presAssocID="{C40BF4B6-CEED-484A-881F-ED05DFD2FBDD}" presName="Image1" presStyleCnt="0"/>
      <dgm:spPr/>
    </dgm:pt>
    <dgm:pt modelId="{C12EA556-0635-4CD9-9BC0-7E28E74BA7CD}" type="pres">
      <dgm:prSet presAssocID="{C40BF4B6-CEED-484A-881F-ED05DFD2FBDD}" presName="Image" presStyleLbl="alignImgPlace1" presStyleIdx="0" presStyleCnt="6"/>
      <dgm:spPr>
        <a:blipFill>
          <a:blip xmlns:r="http://schemas.openxmlformats.org/officeDocument/2006/relationships" r:embed="rId1">
            <a:alphaModFix amt="71000"/>
            <a:extLst>
              <a:ext uri="{28A0092B-C50C-407E-A947-70E740481C1C}">
                <a14:useLocalDpi xmlns:a14="http://schemas.microsoft.com/office/drawing/2010/main" val="0"/>
              </a:ext>
            </a:extLst>
          </a:blip>
          <a:srcRect/>
          <a:stretch>
            <a:fillRect t="-4000" b="-4000"/>
          </a:stretch>
        </a:blipFill>
        <a:ln>
          <a:noFill/>
        </a:ln>
        <a:effectLst>
          <a:outerShdw blurRad="1270000" dir="6180000" algn="t" rotWithShape="0">
            <a:prstClr val="black">
              <a:alpha val="45000"/>
            </a:prstClr>
          </a:outerShdw>
          <a:softEdge rad="88900"/>
        </a:effectLst>
      </dgm:spPr>
    </dgm:pt>
    <dgm:pt modelId="{C1766421-2972-43F3-A662-53E87CD7B2F4}" type="pres">
      <dgm:prSet presAssocID="{C40BF4B6-CEED-484A-881F-ED05DFD2FBDD}" presName="Accent1" presStyleCnt="0"/>
      <dgm:spPr/>
    </dgm:pt>
    <dgm:pt modelId="{578FF9F9-D515-46AB-9CE5-416FAEF82F47}" type="pres">
      <dgm:prSet presAssocID="{C40BF4B6-CEED-484A-881F-ED05DFD2FBDD}" presName="Accent" presStyleLbl="parChTrans1D1" presStyleIdx="0" presStyleCnt="6"/>
      <dgm:spPr/>
    </dgm:pt>
    <dgm:pt modelId="{96BF0CC6-D7E1-4D7E-834B-7A33DEEA3053}" type="pres">
      <dgm:prSet presAssocID="{C40BF4B6-CEED-484A-881F-ED05DFD2FBDD}" presName="Text1" presStyleLbl="alignImgPlace1" presStyleIdx="0" presStyleCnt="6">
        <dgm:presLayoutVars>
          <dgm:chMax val="0"/>
          <dgm:chPref val="0"/>
          <dgm:bulletEnabled val="1"/>
        </dgm:presLayoutVars>
      </dgm:prSet>
      <dgm:spPr/>
    </dgm:pt>
    <dgm:pt modelId="{153984EA-282D-47A3-AD63-64AA26F6D9B1}" type="pres">
      <dgm:prSet presAssocID="{08BD0905-B3EA-48B5-B0A2-9032856ABD2F}" presName="Image2" presStyleCnt="0"/>
      <dgm:spPr/>
    </dgm:pt>
    <dgm:pt modelId="{01875AF9-CAEE-4053-9B02-CE297C70B21B}" type="pres">
      <dgm:prSet presAssocID="{08BD0905-B3EA-48B5-B0A2-9032856ABD2F}" presName="Image" presStyleLbl="alignImgPlace1" presStyleIdx="1" presStyleCnt="6" custScaleX="144612" custScaleY="96720" custLinFactX="38142" custLinFactNeighborX="100000" custLinFactNeighborY="82447"/>
      <dgm:spPr>
        <a:blipFill>
          <a:blip xmlns:r="http://schemas.openxmlformats.org/officeDocument/2006/relationships" r:embed="rId2">
            <a:extLst>
              <a:ext uri="{28A0092B-C50C-407E-A947-70E740481C1C}">
                <a14:useLocalDpi xmlns:a14="http://schemas.microsoft.com/office/drawing/2010/main" val="0"/>
              </a:ext>
            </a:extLst>
          </a:blip>
          <a:srcRect/>
          <a:stretch>
            <a:fillRect l="-26000" r="-26000"/>
          </a:stretch>
        </a:blipFill>
        <a:effectLst>
          <a:softEdge rad="101600"/>
        </a:effectLst>
      </dgm:spPr>
    </dgm:pt>
    <dgm:pt modelId="{519D2A53-D090-4C89-A85C-EE301F705503}" type="pres">
      <dgm:prSet presAssocID="{08BD0905-B3EA-48B5-B0A2-9032856ABD2F}" presName="Accent2" presStyleCnt="0"/>
      <dgm:spPr/>
    </dgm:pt>
    <dgm:pt modelId="{FF4643C5-677E-44A7-AAB5-F833C5D9E12B}" type="pres">
      <dgm:prSet presAssocID="{08BD0905-B3EA-48B5-B0A2-9032856ABD2F}" presName="Accent" presStyleLbl="parChTrans1D1" presStyleIdx="1" presStyleCnt="6"/>
      <dgm:spPr>
        <a:ln>
          <a:noFill/>
        </a:ln>
      </dgm:spPr>
    </dgm:pt>
    <dgm:pt modelId="{3A9BB4D4-FCD3-49F4-8FDE-B6BBCF4D24BE}" type="pres">
      <dgm:prSet presAssocID="{08BD0905-B3EA-48B5-B0A2-9032856ABD2F}" presName="Text2" presStyleLbl="alignImgPlace1" presStyleIdx="1" presStyleCnt="6">
        <dgm:presLayoutVars>
          <dgm:chMax val="0"/>
          <dgm:chPref val="0"/>
          <dgm:bulletEnabled val="1"/>
        </dgm:presLayoutVars>
      </dgm:prSet>
      <dgm:spPr/>
    </dgm:pt>
    <dgm:pt modelId="{FBCFDA66-23A8-423E-B25C-9D5210946479}" type="pres">
      <dgm:prSet presAssocID="{DD8B93B0-BB00-490A-9A5F-BAADBABE1D4C}" presName="Image3" presStyleCnt="0"/>
      <dgm:spPr/>
    </dgm:pt>
    <dgm:pt modelId="{3B672665-2D32-4A33-A533-F564B1CCC026}" type="pres">
      <dgm:prSet presAssocID="{DD8B93B0-BB00-490A-9A5F-BAADBABE1D4C}" presName="Image" presStyleLbl="alignImgPlace1" presStyleIdx="2" presStyleCnt="6" custScaleX="134309" custScaleY="123279" custLinFactY="12756" custLinFactNeighborX="8894" custLinFactNeighborY="100000"/>
      <dgm:spPr>
        <a:blipFill>
          <a:blip xmlns:r="http://schemas.openxmlformats.org/officeDocument/2006/relationships" r:embed="rId3">
            <a:extLst>
              <a:ext uri="{28A0092B-C50C-407E-A947-70E740481C1C}">
                <a14:useLocalDpi xmlns:a14="http://schemas.microsoft.com/office/drawing/2010/main" val="0"/>
              </a:ext>
            </a:extLst>
          </a:blip>
          <a:srcRect/>
          <a:stretch>
            <a:fillRect l="-26000" r="-26000"/>
          </a:stretch>
        </a:blipFill>
        <a:effectLst>
          <a:outerShdw blurRad="50800" dist="50800" dir="5400000" sx="3000" sy="3000" algn="ctr" rotWithShape="0">
            <a:srgbClr val="000000">
              <a:alpha val="43137"/>
            </a:srgbClr>
          </a:outerShdw>
          <a:softEdge rad="114300"/>
        </a:effectLst>
      </dgm:spPr>
    </dgm:pt>
    <dgm:pt modelId="{9B7360E9-EC8B-4D4E-BC8C-F44B0CADEA49}" type="pres">
      <dgm:prSet presAssocID="{DD8B93B0-BB00-490A-9A5F-BAADBABE1D4C}" presName="Accent3" presStyleCnt="0"/>
      <dgm:spPr/>
    </dgm:pt>
    <dgm:pt modelId="{51EEF85A-5FB3-4DDC-ADCA-C799C47112A2}" type="pres">
      <dgm:prSet presAssocID="{DD8B93B0-BB00-490A-9A5F-BAADBABE1D4C}" presName="Accent" presStyleLbl="parChTrans1D1" presStyleIdx="2" presStyleCnt="6"/>
      <dgm:spPr>
        <a:ln>
          <a:noFill/>
        </a:ln>
      </dgm:spPr>
    </dgm:pt>
    <dgm:pt modelId="{3B3CED26-645E-4E3F-8138-8987E1AEC392}" type="pres">
      <dgm:prSet presAssocID="{DD8B93B0-BB00-490A-9A5F-BAADBABE1D4C}" presName="Text3" presStyleLbl="alignImgPlace1" presStyleIdx="2" presStyleCnt="6" custLinFactNeighborX="-4746" custLinFactNeighborY="-9674">
        <dgm:presLayoutVars>
          <dgm:chMax val="0"/>
          <dgm:chPref val="0"/>
          <dgm:bulletEnabled val="1"/>
        </dgm:presLayoutVars>
      </dgm:prSet>
      <dgm:spPr/>
    </dgm:pt>
    <dgm:pt modelId="{53657C9D-9277-43E1-9374-92F8FA040634}" type="pres">
      <dgm:prSet presAssocID="{57FFBE68-F7C6-4CBF-8D2F-19066E0C6586}" presName="Image4" presStyleCnt="0"/>
      <dgm:spPr/>
    </dgm:pt>
    <dgm:pt modelId="{CF4AF47A-10F6-45D5-B12A-91FE2E3BD507}" type="pres">
      <dgm:prSet presAssocID="{57FFBE68-F7C6-4CBF-8D2F-19066E0C6586}" presName="Image" presStyleLbl="alignImgPlace1" presStyleIdx="3" presStyleCnt="6" custLinFactY="33560" custLinFactNeighborX="-12097" custLinFactNeighborY="100000"/>
      <dgm:spPr>
        <a:noFill/>
        <a:ln>
          <a:noFill/>
        </a:ln>
      </dgm:spPr>
    </dgm:pt>
    <dgm:pt modelId="{CA4B9D66-A2B8-4A2E-AE0B-F73E848C5755}" type="pres">
      <dgm:prSet presAssocID="{57FFBE68-F7C6-4CBF-8D2F-19066E0C6586}" presName="Accent4" presStyleCnt="0"/>
      <dgm:spPr/>
    </dgm:pt>
    <dgm:pt modelId="{E5CCAD5A-2D95-484B-A835-46CD288109E7}" type="pres">
      <dgm:prSet presAssocID="{57FFBE68-F7C6-4CBF-8D2F-19066E0C6586}" presName="Accent" presStyleLbl="parChTrans1D1" presStyleIdx="3" presStyleCnt="6"/>
      <dgm:spPr>
        <a:ln>
          <a:noFill/>
        </a:ln>
      </dgm:spPr>
    </dgm:pt>
    <dgm:pt modelId="{E90E7FF9-0453-473D-BFF1-1A163AD477C8}" type="pres">
      <dgm:prSet presAssocID="{57FFBE68-F7C6-4CBF-8D2F-19066E0C6586}" presName="Text4" presStyleLbl="alignImgPlace1" presStyleIdx="3" presStyleCnt="6">
        <dgm:presLayoutVars>
          <dgm:chMax val="0"/>
          <dgm:chPref val="0"/>
          <dgm:bulletEnabled val="1"/>
        </dgm:presLayoutVars>
      </dgm:prSet>
      <dgm:spPr/>
    </dgm:pt>
    <dgm:pt modelId="{F523309A-1696-4D5B-99ED-B1E2A6BC4609}" type="pres">
      <dgm:prSet presAssocID="{886E7E2D-BB2B-4B78-94EA-B7F7F838AF3D}" presName="Image5" presStyleCnt="0"/>
      <dgm:spPr/>
    </dgm:pt>
    <dgm:pt modelId="{E491EA2E-B654-418C-953F-B04657368A16}" type="pres">
      <dgm:prSet presAssocID="{886E7E2D-BB2B-4B78-94EA-B7F7F838AF3D}" presName="Image" presStyleLbl="alignImgPlace1" presStyleIdx="4" presStyleCnt="6" custScaleX="115832" custScaleY="101997" custLinFactY="-100000" custLinFactNeighborX="-61622" custLinFactNeighborY="-168172"/>
      <dgm:spPr>
        <a:blipFill>
          <a:blip xmlns:r="http://schemas.openxmlformats.org/officeDocument/2006/relationships" r:embed="rId4">
            <a:extLst>
              <a:ext uri="{28A0092B-C50C-407E-A947-70E740481C1C}">
                <a14:useLocalDpi xmlns:a14="http://schemas.microsoft.com/office/drawing/2010/main" val="0"/>
              </a:ext>
            </a:extLst>
          </a:blip>
          <a:srcRect/>
          <a:stretch>
            <a:fillRect t="-12000" b="-12000"/>
          </a:stretch>
        </a:blipFill>
        <a:effectLst>
          <a:outerShdw blurRad="241300" dist="50800" dir="5400000" algn="ctr" rotWithShape="0">
            <a:srgbClr val="000000">
              <a:alpha val="13000"/>
            </a:srgbClr>
          </a:outerShdw>
          <a:softEdge rad="139700"/>
        </a:effectLst>
      </dgm:spPr>
    </dgm:pt>
    <dgm:pt modelId="{75B1D45F-C79B-49E0-9B60-EFCA11EF6D53}" type="pres">
      <dgm:prSet presAssocID="{886E7E2D-BB2B-4B78-94EA-B7F7F838AF3D}" presName="Accent5" presStyleCnt="0"/>
      <dgm:spPr/>
    </dgm:pt>
    <dgm:pt modelId="{4FA1CE71-265C-469C-9231-B65A8B2EC08B}" type="pres">
      <dgm:prSet presAssocID="{886E7E2D-BB2B-4B78-94EA-B7F7F838AF3D}" presName="Accent" presStyleLbl="parChTrans1D1" presStyleIdx="4" presStyleCnt="6"/>
      <dgm:spPr>
        <a:ln>
          <a:noFill/>
        </a:ln>
      </dgm:spPr>
    </dgm:pt>
    <dgm:pt modelId="{499E8698-3DD9-456F-8394-59C05F05DA4A}" type="pres">
      <dgm:prSet presAssocID="{886E7E2D-BB2B-4B78-94EA-B7F7F838AF3D}" presName="Text5" presStyleLbl="alignImgPlace1" presStyleIdx="4" presStyleCnt="6">
        <dgm:presLayoutVars>
          <dgm:chMax val="0"/>
          <dgm:chPref val="0"/>
          <dgm:bulletEnabled val="1"/>
        </dgm:presLayoutVars>
      </dgm:prSet>
      <dgm:spPr/>
    </dgm:pt>
    <dgm:pt modelId="{5320A902-DB9D-45BF-A65B-5A381D5F01CB}" type="pres">
      <dgm:prSet presAssocID="{58B888D7-4039-4FC3-99E8-B880C5E8C386}" presName="Image6" presStyleCnt="0"/>
      <dgm:spPr/>
    </dgm:pt>
    <dgm:pt modelId="{126F1E96-0F05-4542-9850-1D054A220D80}" type="pres">
      <dgm:prSet presAssocID="{58B888D7-4039-4FC3-99E8-B880C5E8C386}" presName="Image" presStyleLbl="alignImgPlace1" presStyleIdx="5" presStyleCnt="6" custScaleX="130383" custScaleY="112132" custLinFactX="18571" custLinFactNeighborX="100000" custLinFactNeighborY="81220"/>
      <dgm:spPr>
        <a:blipFill>
          <a:blip xmlns:r="http://schemas.openxmlformats.org/officeDocument/2006/relationships" r:embed="rId5">
            <a:extLst>
              <a:ext uri="{28A0092B-C50C-407E-A947-70E740481C1C}">
                <a14:useLocalDpi xmlns:a14="http://schemas.microsoft.com/office/drawing/2010/main" val="0"/>
              </a:ext>
            </a:extLst>
          </a:blip>
          <a:srcRect/>
          <a:stretch>
            <a:fillRect l="-1000" r="-1000"/>
          </a:stretch>
        </a:blipFill>
        <a:effectLst>
          <a:outerShdw blurRad="139700" dist="50800" dir="5400000" sx="1000" sy="1000" algn="ctr" rotWithShape="0">
            <a:schemeClr val="tx1"/>
          </a:outerShdw>
          <a:softEdge rad="114300"/>
        </a:effectLst>
      </dgm:spPr>
    </dgm:pt>
    <dgm:pt modelId="{D67FB318-B799-4E2C-A5FE-12C4CE80D164}" type="pres">
      <dgm:prSet presAssocID="{58B888D7-4039-4FC3-99E8-B880C5E8C386}" presName="Accent6" presStyleCnt="0"/>
      <dgm:spPr/>
    </dgm:pt>
    <dgm:pt modelId="{FCFB6C07-572F-45AD-AD90-9B604C336C85}" type="pres">
      <dgm:prSet presAssocID="{58B888D7-4039-4FC3-99E8-B880C5E8C386}" presName="Accent" presStyleLbl="parChTrans1D1" presStyleIdx="5" presStyleCnt="6"/>
      <dgm:spPr>
        <a:ln>
          <a:noFill/>
        </a:ln>
      </dgm:spPr>
    </dgm:pt>
    <dgm:pt modelId="{EB212616-C6EB-43C7-AB5C-8C9B360E2E8B}" type="pres">
      <dgm:prSet presAssocID="{58B888D7-4039-4FC3-99E8-B880C5E8C386}" presName="Text6" presStyleLbl="alignImgPlace1" presStyleIdx="5" presStyleCnt="6">
        <dgm:presLayoutVars>
          <dgm:chMax val="0"/>
          <dgm:chPref val="0"/>
          <dgm:bulletEnabled val="1"/>
        </dgm:presLayoutVars>
      </dgm:prSet>
      <dgm:spPr/>
    </dgm:pt>
  </dgm:ptLst>
  <dgm:cxnLst>
    <dgm:cxn modelId="{3E278D1F-1E61-422E-895C-3D311F8723BB}" srcId="{BEAF1294-EBA6-4F96-942E-60C6F8733489}" destId="{08BD0905-B3EA-48B5-B0A2-9032856ABD2F}" srcOrd="1" destOrd="0" parTransId="{91CF0B4B-743B-4B77-9095-6D3EB93AF679}" sibTransId="{A5F79DAF-BEB4-4D1A-B8A2-0227A29AC7D2}"/>
    <dgm:cxn modelId="{F8EA4424-0EC6-4EF1-AEFA-9989585E580E}" type="presOf" srcId="{DD8B93B0-BB00-490A-9A5F-BAADBABE1D4C}" destId="{3B3CED26-645E-4E3F-8138-8987E1AEC392}" srcOrd="0" destOrd="0" presId="urn:microsoft.com/office/officeart/2011/layout/ThemePictureAccent"/>
    <dgm:cxn modelId="{90DC0330-A7BC-44CD-85D6-BAF977C8E5C4}" srcId="{BEAF1294-EBA6-4F96-942E-60C6F8733489}" destId="{58B888D7-4039-4FC3-99E8-B880C5E8C386}" srcOrd="5" destOrd="0" parTransId="{0BE50596-51F4-4B17-8DEB-54ECF672F57C}" sibTransId="{3E2DF5D4-1C41-43E2-8BE2-1095AD5339AF}"/>
    <dgm:cxn modelId="{3D5DDD36-141F-45C4-BD59-BE5E12045878}" type="presOf" srcId="{886E7E2D-BB2B-4B78-94EA-B7F7F838AF3D}" destId="{499E8698-3DD9-456F-8394-59C05F05DA4A}" srcOrd="0" destOrd="0" presId="urn:microsoft.com/office/officeart/2011/layout/ThemePictureAccent"/>
    <dgm:cxn modelId="{E65F1444-6518-46A3-961C-73595265096A}" srcId="{BEAF1294-EBA6-4F96-942E-60C6F8733489}" destId="{DD8B93B0-BB00-490A-9A5F-BAADBABE1D4C}" srcOrd="2" destOrd="0" parTransId="{2DA41CC2-0FB7-45E0-BFD5-2C118BC8B2B8}" sibTransId="{CD94B339-7203-4C5F-B37E-F76651B59E52}"/>
    <dgm:cxn modelId="{D133A16D-92BA-4872-8B86-0E641761BEEC}" srcId="{BEAF1294-EBA6-4F96-942E-60C6F8733489}" destId="{C40BF4B6-CEED-484A-881F-ED05DFD2FBDD}" srcOrd="0" destOrd="0" parTransId="{B16BC33C-FCDD-4439-8E55-765323E6E3BF}" sibTransId="{9B1EA81F-B6AD-4F73-95C9-3D3AB130CDC5}"/>
    <dgm:cxn modelId="{84276E7B-3638-4C03-AB58-BF9378576D88}" srcId="{BEAF1294-EBA6-4F96-942E-60C6F8733489}" destId="{886E7E2D-BB2B-4B78-94EA-B7F7F838AF3D}" srcOrd="4" destOrd="0" parTransId="{BCE20230-A4FE-4F32-ADEA-D8EB52ABA8AB}" sibTransId="{D85E77DD-9C40-448C-B7DF-575940FEE053}"/>
    <dgm:cxn modelId="{21A08E88-97D4-4EE0-90C8-6286AA0F114D}" type="presOf" srcId="{58B888D7-4039-4FC3-99E8-B880C5E8C386}" destId="{EB212616-C6EB-43C7-AB5C-8C9B360E2E8B}" srcOrd="0" destOrd="0" presId="urn:microsoft.com/office/officeart/2011/layout/ThemePictureAccent"/>
    <dgm:cxn modelId="{7897FBA0-9DAB-422C-972C-4E6B908203B0}" srcId="{BEAF1294-EBA6-4F96-942E-60C6F8733489}" destId="{57FFBE68-F7C6-4CBF-8D2F-19066E0C6586}" srcOrd="3" destOrd="0" parTransId="{4A3BE3F9-57C0-47F7-963E-F51242BA0771}" sibTransId="{E9269F01-0D7E-4506-818F-535BDF57F13B}"/>
    <dgm:cxn modelId="{C8FD62A7-EFD2-4264-9068-689103F06B3F}" type="presOf" srcId="{BEAF1294-EBA6-4F96-942E-60C6F8733489}" destId="{8B90A1C9-0AB2-4B54-A053-AC56F350B06E}" srcOrd="0" destOrd="0" presId="urn:microsoft.com/office/officeart/2011/layout/ThemePictureAccent"/>
    <dgm:cxn modelId="{165060D9-7D73-403D-8A27-8E5D0F73FC7C}" type="presOf" srcId="{C40BF4B6-CEED-484A-881F-ED05DFD2FBDD}" destId="{96BF0CC6-D7E1-4D7E-834B-7A33DEEA3053}" srcOrd="0" destOrd="0" presId="urn:microsoft.com/office/officeart/2011/layout/ThemePictureAccent"/>
    <dgm:cxn modelId="{931E65F5-854C-44F7-BBCA-DF87330A3B57}" type="presOf" srcId="{08BD0905-B3EA-48B5-B0A2-9032856ABD2F}" destId="{3A9BB4D4-FCD3-49F4-8FDE-B6BBCF4D24BE}" srcOrd="0" destOrd="0" presId="urn:microsoft.com/office/officeart/2011/layout/ThemePictureAccent"/>
    <dgm:cxn modelId="{98E27DF6-ECA8-422C-8E27-7742B7B06459}" type="presOf" srcId="{57FFBE68-F7C6-4CBF-8D2F-19066E0C6586}" destId="{E90E7FF9-0453-473D-BFF1-1A163AD477C8}" srcOrd="0" destOrd="0" presId="urn:microsoft.com/office/officeart/2011/layout/ThemePictureAccent"/>
    <dgm:cxn modelId="{6BCAE688-DF1C-49E1-831F-49071A111956}" type="presParOf" srcId="{8B90A1C9-0AB2-4B54-A053-AC56F350B06E}" destId="{FA86E249-DC49-4C75-B561-661D6EE4C070}" srcOrd="0" destOrd="0" presId="urn:microsoft.com/office/officeart/2011/layout/ThemePictureAccent"/>
    <dgm:cxn modelId="{C6A81B66-70E0-4C1C-83E0-D52050DEA254}" type="presParOf" srcId="{FA86E249-DC49-4C75-B561-661D6EE4C070}" destId="{C12EA556-0635-4CD9-9BC0-7E28E74BA7CD}" srcOrd="0" destOrd="0" presId="urn:microsoft.com/office/officeart/2011/layout/ThemePictureAccent"/>
    <dgm:cxn modelId="{B78D6214-9792-496E-9CF7-80362696C280}" type="presParOf" srcId="{8B90A1C9-0AB2-4B54-A053-AC56F350B06E}" destId="{C1766421-2972-43F3-A662-53E87CD7B2F4}" srcOrd="1" destOrd="0" presId="urn:microsoft.com/office/officeart/2011/layout/ThemePictureAccent"/>
    <dgm:cxn modelId="{A70793E7-3837-4543-895F-C61DB8E4EEA1}" type="presParOf" srcId="{C1766421-2972-43F3-A662-53E87CD7B2F4}" destId="{578FF9F9-D515-46AB-9CE5-416FAEF82F47}" srcOrd="0" destOrd="0" presId="urn:microsoft.com/office/officeart/2011/layout/ThemePictureAccent"/>
    <dgm:cxn modelId="{87876223-9DB9-4B78-853D-8B7D9FBD50D5}" type="presParOf" srcId="{8B90A1C9-0AB2-4B54-A053-AC56F350B06E}" destId="{96BF0CC6-D7E1-4D7E-834B-7A33DEEA3053}" srcOrd="2" destOrd="0" presId="urn:microsoft.com/office/officeart/2011/layout/ThemePictureAccent"/>
    <dgm:cxn modelId="{801BF78D-D649-4022-92B2-2C519C7D668C}" type="presParOf" srcId="{8B90A1C9-0AB2-4B54-A053-AC56F350B06E}" destId="{153984EA-282D-47A3-AD63-64AA26F6D9B1}" srcOrd="3" destOrd="0" presId="urn:microsoft.com/office/officeart/2011/layout/ThemePictureAccent"/>
    <dgm:cxn modelId="{554DFA57-5703-4A32-9A03-7595699A2331}" type="presParOf" srcId="{153984EA-282D-47A3-AD63-64AA26F6D9B1}" destId="{01875AF9-CAEE-4053-9B02-CE297C70B21B}" srcOrd="0" destOrd="0" presId="urn:microsoft.com/office/officeart/2011/layout/ThemePictureAccent"/>
    <dgm:cxn modelId="{7D0F6C21-DE72-43E7-9F2A-74C1C7FF1EB8}" type="presParOf" srcId="{8B90A1C9-0AB2-4B54-A053-AC56F350B06E}" destId="{519D2A53-D090-4C89-A85C-EE301F705503}" srcOrd="4" destOrd="0" presId="urn:microsoft.com/office/officeart/2011/layout/ThemePictureAccent"/>
    <dgm:cxn modelId="{6ACE76A8-1912-4753-B968-7A9B97E45F4E}" type="presParOf" srcId="{519D2A53-D090-4C89-A85C-EE301F705503}" destId="{FF4643C5-677E-44A7-AAB5-F833C5D9E12B}" srcOrd="0" destOrd="0" presId="urn:microsoft.com/office/officeart/2011/layout/ThemePictureAccent"/>
    <dgm:cxn modelId="{25AA182C-59D0-4CDD-99C7-6C656C431FD0}" type="presParOf" srcId="{8B90A1C9-0AB2-4B54-A053-AC56F350B06E}" destId="{3A9BB4D4-FCD3-49F4-8FDE-B6BBCF4D24BE}" srcOrd="5" destOrd="0" presId="urn:microsoft.com/office/officeart/2011/layout/ThemePictureAccent"/>
    <dgm:cxn modelId="{75A776A9-FFC9-463E-945F-B8620C7BD030}" type="presParOf" srcId="{8B90A1C9-0AB2-4B54-A053-AC56F350B06E}" destId="{FBCFDA66-23A8-423E-B25C-9D5210946479}" srcOrd="6" destOrd="0" presId="urn:microsoft.com/office/officeart/2011/layout/ThemePictureAccent"/>
    <dgm:cxn modelId="{E5F7DDBC-57DD-4E7C-B530-0EA44608F96C}" type="presParOf" srcId="{FBCFDA66-23A8-423E-B25C-9D5210946479}" destId="{3B672665-2D32-4A33-A533-F564B1CCC026}" srcOrd="0" destOrd="0" presId="urn:microsoft.com/office/officeart/2011/layout/ThemePictureAccent"/>
    <dgm:cxn modelId="{86607118-9134-4A42-986E-7B1434BD361F}" type="presParOf" srcId="{8B90A1C9-0AB2-4B54-A053-AC56F350B06E}" destId="{9B7360E9-EC8B-4D4E-BC8C-F44B0CADEA49}" srcOrd="7" destOrd="0" presId="urn:microsoft.com/office/officeart/2011/layout/ThemePictureAccent"/>
    <dgm:cxn modelId="{84C3176A-8537-45F6-8007-CAB57593DDA7}" type="presParOf" srcId="{9B7360E9-EC8B-4D4E-BC8C-F44B0CADEA49}" destId="{51EEF85A-5FB3-4DDC-ADCA-C799C47112A2}" srcOrd="0" destOrd="0" presId="urn:microsoft.com/office/officeart/2011/layout/ThemePictureAccent"/>
    <dgm:cxn modelId="{A339548F-7390-4E61-BADE-A0E38FBA28CD}" type="presParOf" srcId="{8B90A1C9-0AB2-4B54-A053-AC56F350B06E}" destId="{3B3CED26-645E-4E3F-8138-8987E1AEC392}" srcOrd="8" destOrd="0" presId="urn:microsoft.com/office/officeart/2011/layout/ThemePictureAccent"/>
    <dgm:cxn modelId="{D98EEEC0-11B2-4D18-B955-10811D995976}" type="presParOf" srcId="{8B90A1C9-0AB2-4B54-A053-AC56F350B06E}" destId="{53657C9D-9277-43E1-9374-92F8FA040634}" srcOrd="9" destOrd="0" presId="urn:microsoft.com/office/officeart/2011/layout/ThemePictureAccent"/>
    <dgm:cxn modelId="{9B083878-A89A-40AF-B8AF-1AFD6E621F8F}" type="presParOf" srcId="{53657C9D-9277-43E1-9374-92F8FA040634}" destId="{CF4AF47A-10F6-45D5-B12A-91FE2E3BD507}" srcOrd="0" destOrd="0" presId="urn:microsoft.com/office/officeart/2011/layout/ThemePictureAccent"/>
    <dgm:cxn modelId="{3204EFEB-9858-4E07-877C-DCEF6003EBD1}" type="presParOf" srcId="{8B90A1C9-0AB2-4B54-A053-AC56F350B06E}" destId="{CA4B9D66-A2B8-4A2E-AE0B-F73E848C5755}" srcOrd="10" destOrd="0" presId="urn:microsoft.com/office/officeart/2011/layout/ThemePictureAccent"/>
    <dgm:cxn modelId="{9E5C3AF2-A9C0-48B0-BC59-2AF2E628001A}" type="presParOf" srcId="{CA4B9D66-A2B8-4A2E-AE0B-F73E848C5755}" destId="{E5CCAD5A-2D95-484B-A835-46CD288109E7}" srcOrd="0" destOrd="0" presId="urn:microsoft.com/office/officeart/2011/layout/ThemePictureAccent"/>
    <dgm:cxn modelId="{353F40BF-A5FE-4D10-8F9E-88EC3AEC2A74}" type="presParOf" srcId="{8B90A1C9-0AB2-4B54-A053-AC56F350B06E}" destId="{E90E7FF9-0453-473D-BFF1-1A163AD477C8}" srcOrd="11" destOrd="0" presId="urn:microsoft.com/office/officeart/2011/layout/ThemePictureAccent"/>
    <dgm:cxn modelId="{840DD3ED-B8EE-43C6-ACA8-6620950CF73B}" type="presParOf" srcId="{8B90A1C9-0AB2-4B54-A053-AC56F350B06E}" destId="{F523309A-1696-4D5B-99ED-B1E2A6BC4609}" srcOrd="12" destOrd="0" presId="urn:microsoft.com/office/officeart/2011/layout/ThemePictureAccent"/>
    <dgm:cxn modelId="{2321BA7C-29C6-4DBE-961A-239B6CA9531A}" type="presParOf" srcId="{F523309A-1696-4D5B-99ED-B1E2A6BC4609}" destId="{E491EA2E-B654-418C-953F-B04657368A16}" srcOrd="0" destOrd="0" presId="urn:microsoft.com/office/officeart/2011/layout/ThemePictureAccent"/>
    <dgm:cxn modelId="{5695683F-5989-4EE2-BC43-64456CE7E49F}" type="presParOf" srcId="{8B90A1C9-0AB2-4B54-A053-AC56F350B06E}" destId="{75B1D45F-C79B-49E0-9B60-EFCA11EF6D53}" srcOrd="13" destOrd="0" presId="urn:microsoft.com/office/officeart/2011/layout/ThemePictureAccent"/>
    <dgm:cxn modelId="{89674259-0429-4B77-9068-920B5FF01FF5}" type="presParOf" srcId="{75B1D45F-C79B-49E0-9B60-EFCA11EF6D53}" destId="{4FA1CE71-265C-469C-9231-B65A8B2EC08B}" srcOrd="0" destOrd="0" presId="urn:microsoft.com/office/officeart/2011/layout/ThemePictureAccent"/>
    <dgm:cxn modelId="{0E33BFE1-B6D9-465F-9CF3-39721E77D7AA}" type="presParOf" srcId="{8B90A1C9-0AB2-4B54-A053-AC56F350B06E}" destId="{499E8698-3DD9-456F-8394-59C05F05DA4A}" srcOrd="14" destOrd="0" presId="urn:microsoft.com/office/officeart/2011/layout/ThemePictureAccent"/>
    <dgm:cxn modelId="{FDB81AB0-A0E1-4355-BAE6-00FDB8E10739}" type="presParOf" srcId="{8B90A1C9-0AB2-4B54-A053-AC56F350B06E}" destId="{5320A902-DB9D-45BF-A65B-5A381D5F01CB}" srcOrd="15" destOrd="0" presId="urn:microsoft.com/office/officeart/2011/layout/ThemePictureAccent"/>
    <dgm:cxn modelId="{0795F583-158F-47E9-B132-EAB6A46565E9}" type="presParOf" srcId="{5320A902-DB9D-45BF-A65B-5A381D5F01CB}" destId="{126F1E96-0F05-4542-9850-1D054A220D80}" srcOrd="0" destOrd="0" presId="urn:microsoft.com/office/officeart/2011/layout/ThemePictureAccent"/>
    <dgm:cxn modelId="{9E877A2A-46B3-4D36-9DE1-F6FEF2ADD674}" type="presParOf" srcId="{8B90A1C9-0AB2-4B54-A053-AC56F350B06E}" destId="{D67FB318-B799-4E2C-A5FE-12C4CE80D164}" srcOrd="16" destOrd="0" presId="urn:microsoft.com/office/officeart/2011/layout/ThemePictureAccent"/>
    <dgm:cxn modelId="{18684D1C-42B7-4063-BD9F-2512807E019E}" type="presParOf" srcId="{D67FB318-B799-4E2C-A5FE-12C4CE80D164}" destId="{FCFB6C07-572F-45AD-AD90-9B604C336C85}" srcOrd="0" destOrd="0" presId="urn:microsoft.com/office/officeart/2011/layout/ThemePictureAccent"/>
    <dgm:cxn modelId="{DBB98A28-BF31-46C8-AF38-6B6D8A38B0D0}" type="presParOf" srcId="{8B90A1C9-0AB2-4B54-A053-AC56F350B06E}" destId="{EB212616-C6EB-43C7-AB5C-8C9B360E2E8B}" srcOrd="17" destOrd="0" presId="urn:microsoft.com/office/officeart/2011/layout/ThemePictureAccen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B8B22-3AAD-43BA-9274-7333EA1F03FF}">
      <dsp:nvSpPr>
        <dsp:cNvPr id="0" name=""/>
        <dsp:cNvSpPr/>
      </dsp:nvSpPr>
      <dsp:spPr>
        <a:xfrm>
          <a:off x="9950887" y="3806259"/>
          <a:ext cx="449180" cy="166855"/>
        </a:xfrm>
        <a:custGeom>
          <a:avLst/>
          <a:gdLst/>
          <a:ahLst/>
          <a:cxnLst/>
          <a:rect l="0" t="0" r="0" b="0"/>
          <a:pathLst>
            <a:path>
              <a:moveTo>
                <a:pt x="0" y="0"/>
              </a:moveTo>
              <a:lnTo>
                <a:pt x="0" y="156844"/>
              </a:lnTo>
              <a:lnTo>
                <a:pt x="449180" y="156844"/>
              </a:lnTo>
              <a:lnTo>
                <a:pt x="449180" y="166855"/>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EEF34E-D9D2-4FF6-9085-A30C91781A86}">
      <dsp:nvSpPr>
        <dsp:cNvPr id="0" name=""/>
        <dsp:cNvSpPr/>
      </dsp:nvSpPr>
      <dsp:spPr>
        <a:xfrm>
          <a:off x="9376360" y="3806259"/>
          <a:ext cx="574526" cy="159309"/>
        </a:xfrm>
        <a:custGeom>
          <a:avLst/>
          <a:gdLst/>
          <a:ahLst/>
          <a:cxnLst/>
          <a:rect l="0" t="0" r="0" b="0"/>
          <a:pathLst>
            <a:path>
              <a:moveTo>
                <a:pt x="574526" y="0"/>
              </a:moveTo>
              <a:lnTo>
                <a:pt x="574526" y="149298"/>
              </a:lnTo>
              <a:lnTo>
                <a:pt x="0" y="149298"/>
              </a:lnTo>
              <a:lnTo>
                <a:pt x="0" y="159309"/>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4C309F4-F253-46B4-8F2B-5B97E61CE7E4}">
      <dsp:nvSpPr>
        <dsp:cNvPr id="0" name=""/>
        <dsp:cNvSpPr/>
      </dsp:nvSpPr>
      <dsp:spPr>
        <a:xfrm>
          <a:off x="6423114" y="3070467"/>
          <a:ext cx="503725" cy="158103"/>
        </a:xfrm>
        <a:custGeom>
          <a:avLst/>
          <a:gdLst/>
          <a:ahLst/>
          <a:cxnLst/>
          <a:rect l="0" t="0" r="0" b="0"/>
          <a:pathLst>
            <a:path>
              <a:moveTo>
                <a:pt x="0" y="0"/>
              </a:moveTo>
              <a:lnTo>
                <a:pt x="0" y="148092"/>
              </a:lnTo>
              <a:lnTo>
                <a:pt x="503725" y="148092"/>
              </a:lnTo>
              <a:lnTo>
                <a:pt x="503725" y="158103"/>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05268B7-E51B-4C9D-9AA4-5A89D0E2F999}">
      <dsp:nvSpPr>
        <dsp:cNvPr id="0" name=""/>
        <dsp:cNvSpPr/>
      </dsp:nvSpPr>
      <dsp:spPr>
        <a:xfrm>
          <a:off x="5849896" y="3070467"/>
          <a:ext cx="573217" cy="159309"/>
        </a:xfrm>
        <a:custGeom>
          <a:avLst/>
          <a:gdLst/>
          <a:ahLst/>
          <a:cxnLst/>
          <a:rect l="0" t="0" r="0" b="0"/>
          <a:pathLst>
            <a:path>
              <a:moveTo>
                <a:pt x="573217" y="0"/>
              </a:moveTo>
              <a:lnTo>
                <a:pt x="573217" y="149298"/>
              </a:lnTo>
              <a:lnTo>
                <a:pt x="0" y="149298"/>
              </a:lnTo>
              <a:lnTo>
                <a:pt x="0" y="159309"/>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F2CBAFB-DF14-4BFE-A4BF-BB74B91AD48D}">
      <dsp:nvSpPr>
        <dsp:cNvPr id="0" name=""/>
        <dsp:cNvSpPr/>
      </dsp:nvSpPr>
      <dsp:spPr>
        <a:xfrm>
          <a:off x="2770158" y="3827827"/>
          <a:ext cx="512962" cy="158882"/>
        </a:xfrm>
        <a:custGeom>
          <a:avLst/>
          <a:gdLst/>
          <a:ahLst/>
          <a:cxnLst/>
          <a:rect l="0" t="0" r="0" b="0"/>
          <a:pathLst>
            <a:path>
              <a:moveTo>
                <a:pt x="0" y="0"/>
              </a:moveTo>
              <a:lnTo>
                <a:pt x="0" y="148871"/>
              </a:lnTo>
              <a:lnTo>
                <a:pt x="512962" y="148871"/>
              </a:lnTo>
              <a:lnTo>
                <a:pt x="512962" y="158882"/>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B5C1EBD-DC9B-4896-BEE7-105A7EB72D01}">
      <dsp:nvSpPr>
        <dsp:cNvPr id="0" name=""/>
        <dsp:cNvSpPr/>
      </dsp:nvSpPr>
      <dsp:spPr>
        <a:xfrm>
          <a:off x="2186342" y="3827827"/>
          <a:ext cx="583816" cy="159309"/>
        </a:xfrm>
        <a:custGeom>
          <a:avLst/>
          <a:gdLst/>
          <a:ahLst/>
          <a:cxnLst/>
          <a:rect l="0" t="0" r="0" b="0"/>
          <a:pathLst>
            <a:path>
              <a:moveTo>
                <a:pt x="583816" y="0"/>
              </a:moveTo>
              <a:lnTo>
                <a:pt x="583816" y="149298"/>
              </a:lnTo>
              <a:lnTo>
                <a:pt x="0" y="149298"/>
              </a:lnTo>
              <a:lnTo>
                <a:pt x="0" y="159309"/>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0FBED4F-3FDF-46B7-A1C4-D4BBA632F0F5}">
      <dsp:nvSpPr>
        <dsp:cNvPr id="0" name=""/>
        <dsp:cNvSpPr/>
      </dsp:nvSpPr>
      <dsp:spPr>
        <a:xfrm>
          <a:off x="9894081" y="2376363"/>
          <a:ext cx="518059" cy="171336"/>
        </a:xfrm>
        <a:custGeom>
          <a:avLst/>
          <a:gdLst/>
          <a:ahLst/>
          <a:cxnLst/>
          <a:rect l="0" t="0" r="0" b="0"/>
          <a:pathLst>
            <a:path>
              <a:moveTo>
                <a:pt x="0" y="0"/>
              </a:moveTo>
              <a:lnTo>
                <a:pt x="0" y="161325"/>
              </a:lnTo>
              <a:lnTo>
                <a:pt x="518059" y="161325"/>
              </a:lnTo>
              <a:lnTo>
                <a:pt x="518059" y="171336"/>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A925FDB-67F4-4713-819D-800A5C9034DF}">
      <dsp:nvSpPr>
        <dsp:cNvPr id="0" name=""/>
        <dsp:cNvSpPr/>
      </dsp:nvSpPr>
      <dsp:spPr>
        <a:xfrm>
          <a:off x="9326597" y="2376363"/>
          <a:ext cx="567483" cy="170776"/>
        </a:xfrm>
        <a:custGeom>
          <a:avLst/>
          <a:gdLst/>
          <a:ahLst/>
          <a:cxnLst/>
          <a:rect l="0" t="0" r="0" b="0"/>
          <a:pathLst>
            <a:path>
              <a:moveTo>
                <a:pt x="567483" y="0"/>
              </a:moveTo>
              <a:lnTo>
                <a:pt x="567483" y="160765"/>
              </a:lnTo>
              <a:lnTo>
                <a:pt x="0" y="160765"/>
              </a:lnTo>
              <a:lnTo>
                <a:pt x="0" y="170776"/>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82D5162-C280-4717-9C5E-EAAB6C64944C}">
      <dsp:nvSpPr>
        <dsp:cNvPr id="0" name=""/>
        <dsp:cNvSpPr/>
      </dsp:nvSpPr>
      <dsp:spPr>
        <a:xfrm>
          <a:off x="2656908" y="2421768"/>
          <a:ext cx="1167064" cy="268335"/>
        </a:xfrm>
        <a:custGeom>
          <a:avLst/>
          <a:gdLst/>
          <a:ahLst/>
          <a:cxnLst/>
          <a:rect l="0" t="0" r="0" b="0"/>
          <a:pathLst>
            <a:path>
              <a:moveTo>
                <a:pt x="0" y="0"/>
              </a:moveTo>
              <a:lnTo>
                <a:pt x="0" y="258324"/>
              </a:lnTo>
              <a:lnTo>
                <a:pt x="1167064" y="258324"/>
              </a:lnTo>
              <a:lnTo>
                <a:pt x="1167064" y="268335"/>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3CE3E53-7DE6-4714-9832-8140B8818E26}">
      <dsp:nvSpPr>
        <dsp:cNvPr id="0" name=""/>
        <dsp:cNvSpPr/>
      </dsp:nvSpPr>
      <dsp:spPr>
        <a:xfrm>
          <a:off x="2611188" y="2421768"/>
          <a:ext cx="91440" cy="281443"/>
        </a:xfrm>
        <a:custGeom>
          <a:avLst/>
          <a:gdLst/>
          <a:ahLst/>
          <a:cxnLst/>
          <a:rect l="0" t="0" r="0" b="0"/>
          <a:pathLst>
            <a:path>
              <a:moveTo>
                <a:pt x="45720" y="0"/>
              </a:moveTo>
              <a:lnTo>
                <a:pt x="45720" y="271432"/>
              </a:lnTo>
              <a:lnTo>
                <a:pt x="93741" y="271432"/>
              </a:lnTo>
              <a:lnTo>
                <a:pt x="93741" y="281443"/>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8068CDC-B258-41A1-A935-8745486BF73F}">
      <dsp:nvSpPr>
        <dsp:cNvPr id="0" name=""/>
        <dsp:cNvSpPr/>
      </dsp:nvSpPr>
      <dsp:spPr>
        <a:xfrm>
          <a:off x="1627510" y="2421768"/>
          <a:ext cx="1029397" cy="263738"/>
        </a:xfrm>
        <a:custGeom>
          <a:avLst/>
          <a:gdLst/>
          <a:ahLst/>
          <a:cxnLst/>
          <a:rect l="0" t="0" r="0" b="0"/>
          <a:pathLst>
            <a:path>
              <a:moveTo>
                <a:pt x="1029397" y="0"/>
              </a:moveTo>
              <a:lnTo>
                <a:pt x="1029397" y="253727"/>
              </a:lnTo>
              <a:lnTo>
                <a:pt x="0" y="253727"/>
              </a:lnTo>
              <a:lnTo>
                <a:pt x="0" y="26373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B5FE138-794F-4789-9D85-365DD5547919}">
      <dsp:nvSpPr>
        <dsp:cNvPr id="0" name=""/>
        <dsp:cNvSpPr/>
      </dsp:nvSpPr>
      <dsp:spPr>
        <a:xfrm>
          <a:off x="5357521" y="393189"/>
          <a:ext cx="1906860" cy="667184"/>
        </a:xfrm>
        <a:prstGeom prst="rect">
          <a:avLst/>
        </a:prstGeom>
        <a:gradFill rotWithShape="0">
          <a:gsLst>
            <a:gs pos="0">
              <a:schemeClr val="bg1">
                <a:lumMod val="50000"/>
                <a:lumOff val="50000"/>
              </a:schemeClr>
            </a:gs>
            <a:gs pos="100000">
              <a:srgbClr val="0070C0"/>
            </a:gs>
          </a:gsLst>
          <a:lin ang="5400000" scaled="1"/>
        </a:gra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i="0" kern="1200" baseline="0" dirty="0"/>
            <a:t>Key Aspects of Product Knowledge</a:t>
          </a:r>
          <a:endParaRPr lang="en-US" sz="1800" kern="1200" dirty="0"/>
        </a:p>
      </dsp:txBody>
      <dsp:txXfrm>
        <a:off x="5357521" y="393189"/>
        <a:ext cx="1906860" cy="667184"/>
      </dsp:txXfrm>
    </dsp:sp>
    <dsp:sp modelId="{8C0A1314-A361-4584-9E48-7FFF4ED71E8C}">
      <dsp:nvSpPr>
        <dsp:cNvPr id="0" name=""/>
        <dsp:cNvSpPr/>
      </dsp:nvSpPr>
      <dsp:spPr>
        <a:xfrm>
          <a:off x="2177555" y="2042584"/>
          <a:ext cx="958707" cy="379183"/>
        </a:xfrm>
        <a:prstGeom prst="rect">
          <a:avLst/>
        </a:prstGeom>
        <a:gradFill rotWithShape="0">
          <a:gsLst>
            <a:gs pos="0">
              <a:schemeClr val="bg1">
                <a:lumMod val="50000"/>
                <a:lumOff val="50000"/>
              </a:schemeClr>
            </a:gs>
            <a:gs pos="100000">
              <a:srgbClr val="0070C0"/>
            </a:gs>
          </a:gsLst>
          <a:lin ang="5400000" scaled="1"/>
        </a:gra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i="0" kern="1200" baseline="0" dirty="0"/>
            <a:t>Product Overview</a:t>
          </a:r>
          <a:endParaRPr lang="en-US" sz="1400" kern="1200" dirty="0"/>
        </a:p>
      </dsp:txBody>
      <dsp:txXfrm>
        <a:off x="2177555" y="2042584"/>
        <a:ext cx="958707" cy="379183"/>
      </dsp:txXfrm>
    </dsp:sp>
    <dsp:sp modelId="{C9AC84B1-50CC-49EF-8162-5CD886796EBF}">
      <dsp:nvSpPr>
        <dsp:cNvPr id="0" name=""/>
        <dsp:cNvSpPr/>
      </dsp:nvSpPr>
      <dsp:spPr>
        <a:xfrm>
          <a:off x="1185824" y="2685507"/>
          <a:ext cx="883373" cy="439167"/>
        </a:xfrm>
        <a:prstGeom prst="rect">
          <a:avLst/>
        </a:prstGeom>
        <a:gradFill rotWithShape="0">
          <a:gsLst>
            <a:gs pos="0">
              <a:schemeClr val="tx1">
                <a:lumMod val="85000"/>
              </a:schemeClr>
            </a:gs>
            <a:gs pos="89324">
              <a:srgbClr val="B9EDFF"/>
            </a:gs>
            <a:gs pos="100000">
              <a:srgbClr val="B9EDFF"/>
            </a:gs>
          </a:gsLst>
          <a:lin ang="5400000" scaled="1"/>
        </a:gra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i="0" kern="1200" baseline="0" dirty="0">
              <a:solidFill>
                <a:schemeClr val="bg1">
                  <a:lumMod val="95000"/>
                  <a:lumOff val="5000"/>
                </a:schemeClr>
              </a:solidFill>
            </a:rPr>
            <a:t>What is the </a:t>
          </a:r>
          <a:r>
            <a:rPr lang="en-US" sz="1100" b="1" i="0" kern="1200" baseline="0" dirty="0">
              <a:solidFill>
                <a:schemeClr val="bg1">
                  <a:lumMod val="95000"/>
                  <a:lumOff val="5000"/>
                </a:schemeClr>
              </a:solidFill>
            </a:rPr>
            <a:t>product?</a:t>
          </a:r>
          <a:endParaRPr lang="en-US" sz="2400" b="1" kern="1200" dirty="0">
            <a:solidFill>
              <a:schemeClr val="bg1">
                <a:lumMod val="95000"/>
                <a:lumOff val="5000"/>
              </a:schemeClr>
            </a:solidFill>
          </a:endParaRPr>
        </a:p>
      </dsp:txBody>
      <dsp:txXfrm>
        <a:off x="1185824" y="2685507"/>
        <a:ext cx="883373" cy="439167"/>
      </dsp:txXfrm>
    </dsp:sp>
    <dsp:sp modelId="{0B0CCF5B-2EA9-4C1F-9E13-E84FCE80861F}">
      <dsp:nvSpPr>
        <dsp:cNvPr id="0" name=""/>
        <dsp:cNvSpPr/>
      </dsp:nvSpPr>
      <dsp:spPr>
        <a:xfrm>
          <a:off x="2190940" y="2703212"/>
          <a:ext cx="1027980" cy="398725"/>
        </a:xfrm>
        <a:prstGeom prst="rect">
          <a:avLst/>
        </a:prstGeom>
        <a:gradFill rotWithShape="0">
          <a:gsLst>
            <a:gs pos="0">
              <a:schemeClr val="tx1">
                <a:lumMod val="85000"/>
              </a:schemeClr>
            </a:gs>
            <a:gs pos="89324">
              <a:srgbClr val="B9EDFF"/>
            </a:gs>
            <a:gs pos="100000">
              <a:srgbClr val="B9EDFF"/>
            </a:gs>
          </a:gsLst>
          <a:lin ang="5400000" scaled="1"/>
        </a:gra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b="0" i="0" kern="1200" baseline="0" dirty="0"/>
            <a:t>?</a:t>
          </a:r>
          <a:r>
            <a:rPr lang="en-US" sz="1400" b="1" i="0" kern="1200" baseline="0" dirty="0">
              <a:solidFill>
                <a:schemeClr val="bg1">
                  <a:lumMod val="95000"/>
                  <a:lumOff val="5000"/>
                </a:schemeClr>
              </a:solidFill>
            </a:rPr>
            <a:t> </a:t>
          </a:r>
          <a:r>
            <a:rPr lang="en-US" sz="1100" b="1" i="0" kern="1200" baseline="0" dirty="0">
              <a:solidFill>
                <a:schemeClr val="bg1">
                  <a:lumMod val="95000"/>
                  <a:lumOff val="5000"/>
                </a:schemeClr>
              </a:solidFill>
            </a:rPr>
            <a:t>What problems does it solve?</a:t>
          </a:r>
          <a:endParaRPr lang="en-US" sz="700" kern="1200" dirty="0"/>
        </a:p>
      </dsp:txBody>
      <dsp:txXfrm>
        <a:off x="2190940" y="2703212"/>
        <a:ext cx="1027980" cy="398725"/>
      </dsp:txXfrm>
    </dsp:sp>
    <dsp:sp modelId="{CA7516F3-93E4-424D-ADFD-822C958F08AA}">
      <dsp:nvSpPr>
        <dsp:cNvPr id="0" name=""/>
        <dsp:cNvSpPr/>
      </dsp:nvSpPr>
      <dsp:spPr>
        <a:xfrm>
          <a:off x="3375576" y="2690104"/>
          <a:ext cx="896793" cy="405773"/>
        </a:xfrm>
        <a:prstGeom prst="rect">
          <a:avLst/>
        </a:prstGeom>
        <a:gradFill rotWithShape="0">
          <a:gsLst>
            <a:gs pos="0">
              <a:schemeClr val="tx1">
                <a:lumMod val="85000"/>
              </a:schemeClr>
            </a:gs>
            <a:gs pos="89324">
              <a:srgbClr val="B9EDFF"/>
            </a:gs>
            <a:gs pos="100000">
              <a:srgbClr val="B9EDFF"/>
            </a:gs>
          </a:gsLst>
          <a:lin ang="5400000" scaled="1"/>
        </a:gra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i="0" kern="1200" baseline="0" dirty="0">
              <a:solidFill>
                <a:schemeClr val="bg1">
                  <a:lumMod val="95000"/>
                  <a:lumOff val="5000"/>
                </a:schemeClr>
              </a:solidFill>
            </a:rPr>
            <a:t>What makes it unique?</a:t>
          </a:r>
          <a:endParaRPr lang="en-US" sz="1000" kern="1200" dirty="0"/>
        </a:p>
      </dsp:txBody>
      <dsp:txXfrm>
        <a:off x="3375576" y="2690104"/>
        <a:ext cx="896793" cy="405773"/>
      </dsp:txXfrm>
    </dsp:sp>
    <dsp:sp modelId="{888ECABC-0F2D-4CD3-A2EB-8657F3E81129}">
      <dsp:nvSpPr>
        <dsp:cNvPr id="0" name=""/>
        <dsp:cNvSpPr/>
      </dsp:nvSpPr>
      <dsp:spPr>
        <a:xfrm>
          <a:off x="9373936" y="1990783"/>
          <a:ext cx="1040290" cy="385579"/>
        </a:xfrm>
        <a:prstGeom prst="rect">
          <a:avLst/>
        </a:prstGeom>
        <a:gradFill rotWithShape="0">
          <a:gsLst>
            <a:gs pos="0">
              <a:schemeClr val="bg1">
                <a:lumMod val="50000"/>
                <a:lumOff val="50000"/>
              </a:schemeClr>
            </a:gs>
            <a:gs pos="100000">
              <a:srgbClr val="0070C0"/>
            </a:gs>
          </a:gsLst>
          <a:lin ang="5400000" scaled="1"/>
        </a:gra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Features</a:t>
          </a:r>
          <a:r>
            <a:rPr lang="en-US" sz="1300" kern="1200" baseline="0" dirty="0"/>
            <a:t> &amp; Benefits</a:t>
          </a:r>
          <a:endParaRPr lang="en-US" sz="1300" kern="1200" dirty="0"/>
        </a:p>
      </dsp:txBody>
      <dsp:txXfrm>
        <a:off x="9373936" y="1990783"/>
        <a:ext cx="1040290" cy="385579"/>
      </dsp:txXfrm>
    </dsp:sp>
    <dsp:sp modelId="{43FD4031-9A91-41ED-B0C1-0E2209C81A92}">
      <dsp:nvSpPr>
        <dsp:cNvPr id="0" name=""/>
        <dsp:cNvSpPr/>
      </dsp:nvSpPr>
      <dsp:spPr>
        <a:xfrm>
          <a:off x="8902572" y="2547140"/>
          <a:ext cx="848050" cy="414229"/>
        </a:xfrm>
        <a:prstGeom prst="rect">
          <a:avLst/>
        </a:prstGeom>
        <a:gradFill rotWithShape="0">
          <a:gsLst>
            <a:gs pos="0">
              <a:schemeClr val="tx1">
                <a:lumMod val="85000"/>
              </a:schemeClr>
            </a:gs>
            <a:gs pos="89324">
              <a:srgbClr val="B9EDFF"/>
            </a:gs>
            <a:gs pos="100000">
              <a:srgbClr val="B9EDFF"/>
            </a:gs>
          </a:gsLst>
          <a:lin ang="5400000" scaled="1"/>
        </a:gra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b="1" i="0" kern="1200" baseline="0" dirty="0">
              <a:solidFill>
                <a:schemeClr val="bg1">
                  <a:lumMod val="95000"/>
                  <a:lumOff val="5000"/>
                </a:schemeClr>
              </a:solidFill>
            </a:rPr>
            <a:t>List down key features</a:t>
          </a:r>
          <a:endParaRPr lang="en-US" sz="1300" b="1" kern="1200" dirty="0">
            <a:solidFill>
              <a:schemeClr val="bg1">
                <a:lumMod val="95000"/>
                <a:lumOff val="5000"/>
              </a:schemeClr>
            </a:solidFill>
          </a:endParaRPr>
        </a:p>
      </dsp:txBody>
      <dsp:txXfrm>
        <a:off x="8902572" y="2547140"/>
        <a:ext cx="848050" cy="414229"/>
      </dsp:txXfrm>
    </dsp:sp>
    <dsp:sp modelId="{AB9D7EAE-3AE7-4879-AAA3-69306C94EDB7}">
      <dsp:nvSpPr>
        <dsp:cNvPr id="0" name=""/>
        <dsp:cNvSpPr/>
      </dsp:nvSpPr>
      <dsp:spPr>
        <a:xfrm>
          <a:off x="9925586" y="2547699"/>
          <a:ext cx="973106" cy="389185"/>
        </a:xfrm>
        <a:prstGeom prst="rect">
          <a:avLst/>
        </a:prstGeom>
        <a:gradFill rotWithShape="0">
          <a:gsLst>
            <a:gs pos="0">
              <a:schemeClr val="tx1">
                <a:lumMod val="85000"/>
              </a:schemeClr>
            </a:gs>
            <a:gs pos="89324">
              <a:srgbClr val="B9EDFF"/>
            </a:gs>
            <a:gs pos="100000">
              <a:srgbClr val="B9EDFF"/>
            </a:gs>
          </a:gsLst>
          <a:lin ang="5400000" scaled="1"/>
        </a:gra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b="1" kern="1200" dirty="0">
              <a:solidFill>
                <a:schemeClr val="bg1"/>
              </a:solidFill>
            </a:rPr>
            <a:t>Focus on value</a:t>
          </a:r>
        </a:p>
      </dsp:txBody>
      <dsp:txXfrm>
        <a:off x="9925586" y="2547699"/>
        <a:ext cx="973106" cy="389185"/>
      </dsp:txXfrm>
    </dsp:sp>
    <dsp:sp modelId="{A2C44E06-341E-4C28-A19E-695097DC0DC5}">
      <dsp:nvSpPr>
        <dsp:cNvPr id="0" name=""/>
        <dsp:cNvSpPr/>
      </dsp:nvSpPr>
      <dsp:spPr>
        <a:xfrm>
          <a:off x="2238683" y="3391453"/>
          <a:ext cx="1062950" cy="436373"/>
        </a:xfrm>
        <a:prstGeom prst="rect">
          <a:avLst/>
        </a:prstGeom>
        <a:gradFill rotWithShape="0">
          <a:gsLst>
            <a:gs pos="0">
              <a:schemeClr val="bg1">
                <a:lumMod val="50000"/>
                <a:lumOff val="50000"/>
              </a:schemeClr>
            </a:gs>
            <a:gs pos="100000">
              <a:srgbClr val="0070C0"/>
            </a:gs>
          </a:gsLst>
          <a:lin ang="5400000" scaled="1"/>
        </a:gra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b="1" i="0" kern="1200" baseline="0" dirty="0"/>
            <a:t>Cases &amp; Applications</a:t>
          </a:r>
          <a:endParaRPr lang="en-US" sz="1300" kern="1200" dirty="0"/>
        </a:p>
      </dsp:txBody>
      <dsp:txXfrm>
        <a:off x="2238683" y="3391453"/>
        <a:ext cx="1062950" cy="436373"/>
      </dsp:txXfrm>
    </dsp:sp>
    <dsp:sp modelId="{1929B137-8E6C-4FE3-B356-32A49AF29814}">
      <dsp:nvSpPr>
        <dsp:cNvPr id="0" name=""/>
        <dsp:cNvSpPr/>
      </dsp:nvSpPr>
      <dsp:spPr>
        <a:xfrm>
          <a:off x="1753080" y="3987136"/>
          <a:ext cx="866523" cy="468799"/>
        </a:xfrm>
        <a:prstGeom prst="rect">
          <a:avLst/>
        </a:prstGeom>
        <a:gradFill rotWithShape="0">
          <a:gsLst>
            <a:gs pos="0">
              <a:schemeClr val="tx1">
                <a:lumMod val="85000"/>
              </a:schemeClr>
            </a:gs>
            <a:gs pos="89324">
              <a:srgbClr val="B9EDFF"/>
            </a:gs>
            <a:gs pos="100000">
              <a:srgbClr val="B9EDFF"/>
            </a:gs>
          </a:gsLst>
          <a:lin ang="5400000" scaled="1"/>
        </a:gra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b="1" i="0" kern="1200" baseline="0" dirty="0">
              <a:solidFill>
                <a:schemeClr val="bg1">
                  <a:lumMod val="95000"/>
                  <a:lumOff val="5000"/>
                </a:schemeClr>
              </a:solidFill>
            </a:rPr>
            <a:t>Real world scenarios</a:t>
          </a:r>
          <a:endParaRPr lang="en-US" sz="1300" b="1" kern="1200" dirty="0">
            <a:solidFill>
              <a:schemeClr val="bg1">
                <a:lumMod val="95000"/>
                <a:lumOff val="5000"/>
              </a:schemeClr>
            </a:solidFill>
          </a:endParaRPr>
        </a:p>
      </dsp:txBody>
      <dsp:txXfrm>
        <a:off x="1753080" y="3987136"/>
        <a:ext cx="866523" cy="468799"/>
      </dsp:txXfrm>
    </dsp:sp>
    <dsp:sp modelId="{2993E851-FD03-4BF6-BC82-79BD6CBD108A}">
      <dsp:nvSpPr>
        <dsp:cNvPr id="0" name=""/>
        <dsp:cNvSpPr/>
      </dsp:nvSpPr>
      <dsp:spPr>
        <a:xfrm>
          <a:off x="2785968" y="3986709"/>
          <a:ext cx="994304" cy="440454"/>
        </a:xfrm>
        <a:prstGeom prst="rect">
          <a:avLst/>
        </a:prstGeom>
        <a:gradFill rotWithShape="0">
          <a:gsLst>
            <a:gs pos="0">
              <a:schemeClr val="tx1">
                <a:lumMod val="85000"/>
              </a:schemeClr>
            </a:gs>
            <a:gs pos="89324">
              <a:srgbClr val="B9EDFF"/>
            </a:gs>
            <a:gs pos="100000">
              <a:srgbClr val="B9EDFF"/>
            </a:gs>
          </a:gsLst>
          <a:lin ang="5400000" scaled="1"/>
        </a:gra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b="1" i="0" kern="1200" baseline="0" dirty="0">
              <a:solidFill>
                <a:schemeClr val="bg1">
                  <a:lumMod val="95000"/>
                  <a:lumOff val="5000"/>
                </a:schemeClr>
              </a:solidFill>
            </a:rPr>
            <a:t>Customer case study</a:t>
          </a:r>
          <a:endParaRPr lang="en-US" sz="1300" kern="1200" dirty="0"/>
        </a:p>
      </dsp:txBody>
      <dsp:txXfrm>
        <a:off x="2785968" y="3986709"/>
        <a:ext cx="994304" cy="440454"/>
      </dsp:txXfrm>
    </dsp:sp>
    <dsp:sp modelId="{BFB3524A-7E5C-4C08-BF99-A2DA7DF30091}">
      <dsp:nvSpPr>
        <dsp:cNvPr id="0" name=""/>
        <dsp:cNvSpPr/>
      </dsp:nvSpPr>
      <dsp:spPr>
        <a:xfrm>
          <a:off x="5902968" y="2684888"/>
          <a:ext cx="1040290" cy="385579"/>
        </a:xfrm>
        <a:prstGeom prst="rect">
          <a:avLst/>
        </a:prstGeom>
        <a:gradFill rotWithShape="0">
          <a:gsLst>
            <a:gs pos="0">
              <a:schemeClr val="bg1">
                <a:lumMod val="50000"/>
                <a:lumOff val="50000"/>
              </a:schemeClr>
            </a:gs>
            <a:gs pos="100000">
              <a:srgbClr val="0070C0"/>
            </a:gs>
          </a:gsLst>
          <a:lin ang="5400000" scaled="1"/>
        </a:gra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b="1" i="0" kern="1200" baseline="0" dirty="0"/>
            <a:t>Competitive Advantage</a:t>
          </a:r>
          <a:endParaRPr lang="en-US" sz="1300" kern="1200" dirty="0"/>
        </a:p>
      </dsp:txBody>
      <dsp:txXfrm>
        <a:off x="5902968" y="2684888"/>
        <a:ext cx="1040290" cy="385579"/>
      </dsp:txXfrm>
    </dsp:sp>
    <dsp:sp modelId="{67532FFA-7945-4C92-A195-3EF209BC5E45}">
      <dsp:nvSpPr>
        <dsp:cNvPr id="0" name=""/>
        <dsp:cNvSpPr/>
      </dsp:nvSpPr>
      <dsp:spPr>
        <a:xfrm>
          <a:off x="5425871" y="3229777"/>
          <a:ext cx="848050" cy="414229"/>
        </a:xfrm>
        <a:prstGeom prst="rect">
          <a:avLst/>
        </a:prstGeom>
        <a:gradFill rotWithShape="0">
          <a:gsLst>
            <a:gs pos="0">
              <a:schemeClr val="tx1">
                <a:lumMod val="85000"/>
              </a:schemeClr>
            </a:gs>
            <a:gs pos="89324">
              <a:srgbClr val="B9EDFF"/>
            </a:gs>
            <a:gs pos="100000">
              <a:srgbClr val="B9EDFF"/>
            </a:gs>
          </a:gsLst>
          <a:lin ang="5400000" scaled="1"/>
        </a:gra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b="1" i="0" kern="1200" baseline="0" dirty="0">
              <a:solidFill>
                <a:schemeClr val="bg1">
                  <a:lumMod val="95000"/>
                  <a:lumOff val="5000"/>
                </a:schemeClr>
              </a:solidFill>
            </a:rPr>
            <a:t>Product Comparison</a:t>
          </a:r>
          <a:endParaRPr lang="en-US" sz="1300" b="1" kern="1200" dirty="0">
            <a:solidFill>
              <a:schemeClr val="bg1">
                <a:lumMod val="95000"/>
                <a:lumOff val="5000"/>
              </a:schemeClr>
            </a:solidFill>
          </a:endParaRPr>
        </a:p>
      </dsp:txBody>
      <dsp:txXfrm>
        <a:off x="5425871" y="3229777"/>
        <a:ext cx="848050" cy="414229"/>
      </dsp:txXfrm>
    </dsp:sp>
    <dsp:sp modelId="{72552F3A-3FFB-47FF-9994-7930114518EF}">
      <dsp:nvSpPr>
        <dsp:cNvPr id="0" name=""/>
        <dsp:cNvSpPr/>
      </dsp:nvSpPr>
      <dsp:spPr>
        <a:xfrm>
          <a:off x="6440285" y="3228571"/>
          <a:ext cx="973106" cy="389185"/>
        </a:xfrm>
        <a:prstGeom prst="rect">
          <a:avLst/>
        </a:prstGeom>
        <a:gradFill rotWithShape="0">
          <a:gsLst>
            <a:gs pos="0">
              <a:schemeClr val="tx1">
                <a:lumMod val="85000"/>
              </a:schemeClr>
            </a:gs>
            <a:gs pos="89324">
              <a:srgbClr val="B9EDFF"/>
            </a:gs>
            <a:gs pos="100000">
              <a:srgbClr val="B9EDFF"/>
            </a:gs>
          </a:gsLst>
          <a:lin ang="5400000" scaled="1"/>
        </a:gra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b="1" i="0" kern="1200" baseline="0" dirty="0">
              <a:solidFill>
                <a:schemeClr val="bg1">
                  <a:lumMod val="95000"/>
                  <a:lumOff val="5000"/>
                </a:schemeClr>
              </a:solidFill>
            </a:rPr>
            <a:t>Unique Selling points</a:t>
          </a:r>
          <a:endParaRPr lang="en-US" sz="1300" kern="1200" dirty="0"/>
        </a:p>
      </dsp:txBody>
      <dsp:txXfrm>
        <a:off x="6440285" y="3228571"/>
        <a:ext cx="973106" cy="389185"/>
      </dsp:txXfrm>
    </dsp:sp>
    <dsp:sp modelId="{912ADA88-19EB-40C1-89E5-32A5C51C373D}">
      <dsp:nvSpPr>
        <dsp:cNvPr id="0" name=""/>
        <dsp:cNvSpPr/>
      </dsp:nvSpPr>
      <dsp:spPr>
        <a:xfrm>
          <a:off x="9461151" y="3363735"/>
          <a:ext cx="979472" cy="442524"/>
        </a:xfrm>
        <a:prstGeom prst="rect">
          <a:avLst/>
        </a:prstGeom>
        <a:gradFill rotWithShape="0">
          <a:gsLst>
            <a:gs pos="0">
              <a:schemeClr val="bg1">
                <a:lumMod val="50000"/>
                <a:lumOff val="50000"/>
              </a:schemeClr>
            </a:gs>
            <a:gs pos="100000">
              <a:srgbClr val="0070C0"/>
            </a:gs>
          </a:gsLst>
          <a:lin ang="5400000" scaled="1"/>
        </a:gra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Object Handling</a:t>
          </a:r>
        </a:p>
      </dsp:txBody>
      <dsp:txXfrm>
        <a:off x="9461151" y="3363735"/>
        <a:ext cx="979472" cy="442524"/>
      </dsp:txXfrm>
    </dsp:sp>
    <dsp:sp modelId="{9E1A2695-726A-466C-A539-626C6A6191FC}">
      <dsp:nvSpPr>
        <dsp:cNvPr id="0" name=""/>
        <dsp:cNvSpPr/>
      </dsp:nvSpPr>
      <dsp:spPr>
        <a:xfrm>
          <a:off x="8977125" y="3965569"/>
          <a:ext cx="798471" cy="475405"/>
        </a:xfrm>
        <a:prstGeom prst="rect">
          <a:avLst/>
        </a:prstGeom>
        <a:gradFill rotWithShape="0">
          <a:gsLst>
            <a:gs pos="0">
              <a:schemeClr val="tx1">
                <a:lumMod val="85000"/>
              </a:schemeClr>
            </a:gs>
            <a:gs pos="89324">
              <a:srgbClr val="B9EDFF"/>
            </a:gs>
            <a:gs pos="100000">
              <a:srgbClr val="B9EDFF"/>
            </a:gs>
          </a:gsLst>
          <a:lin ang="5400000" scaled="1"/>
        </a:gra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b="1" i="0" kern="1200" baseline="0" dirty="0">
              <a:solidFill>
                <a:schemeClr val="bg1">
                  <a:lumMod val="95000"/>
                  <a:lumOff val="5000"/>
                </a:schemeClr>
              </a:solidFill>
            </a:rPr>
            <a:t>Common Concerns</a:t>
          </a:r>
          <a:endParaRPr lang="en-US" sz="1300" b="1" kern="1200" dirty="0">
            <a:solidFill>
              <a:schemeClr val="bg1">
                <a:lumMod val="95000"/>
                <a:lumOff val="5000"/>
              </a:schemeClr>
            </a:solidFill>
          </a:endParaRPr>
        </a:p>
      </dsp:txBody>
      <dsp:txXfrm>
        <a:off x="8977125" y="3965569"/>
        <a:ext cx="798471" cy="475405"/>
      </dsp:txXfrm>
    </dsp:sp>
    <dsp:sp modelId="{74325ABA-4803-4AB5-AB0C-7F59CE60772F}">
      <dsp:nvSpPr>
        <dsp:cNvPr id="0" name=""/>
        <dsp:cNvSpPr/>
      </dsp:nvSpPr>
      <dsp:spPr>
        <a:xfrm>
          <a:off x="9941960" y="3973114"/>
          <a:ext cx="916216" cy="446662"/>
        </a:xfrm>
        <a:prstGeom prst="rect">
          <a:avLst/>
        </a:prstGeom>
        <a:gradFill rotWithShape="0">
          <a:gsLst>
            <a:gs pos="0">
              <a:schemeClr val="tx1">
                <a:lumMod val="85000"/>
              </a:schemeClr>
            </a:gs>
            <a:gs pos="89324">
              <a:srgbClr val="B9EDFF"/>
            </a:gs>
            <a:gs pos="100000">
              <a:srgbClr val="B9EDFF"/>
            </a:gs>
          </a:gsLst>
          <a:lin ang="5400000" scaled="1"/>
        </a:gra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b="1" i="0" kern="1200" baseline="0" dirty="0">
              <a:solidFill>
                <a:schemeClr val="bg1">
                  <a:lumMod val="95000"/>
                  <a:lumOff val="5000"/>
                </a:schemeClr>
              </a:solidFill>
            </a:rPr>
            <a:t>Effective response</a:t>
          </a:r>
          <a:endParaRPr lang="en-US" sz="1300" kern="1200" dirty="0"/>
        </a:p>
      </dsp:txBody>
      <dsp:txXfrm>
        <a:off x="9941960" y="3973114"/>
        <a:ext cx="916216" cy="4466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658B17-30E6-4A64-85C9-DC731A9AD100}">
      <dsp:nvSpPr>
        <dsp:cNvPr id="0" name=""/>
        <dsp:cNvSpPr/>
      </dsp:nvSpPr>
      <dsp:spPr>
        <a:xfrm rot="1214527">
          <a:off x="2724061" y="3754320"/>
          <a:ext cx="2345856" cy="68291"/>
        </a:xfrm>
        <a:custGeom>
          <a:avLst/>
          <a:gdLst/>
          <a:ahLst/>
          <a:cxnLst/>
          <a:rect l="0" t="0" r="0" b="0"/>
          <a:pathLst>
            <a:path>
              <a:moveTo>
                <a:pt x="0" y="34145"/>
              </a:moveTo>
              <a:lnTo>
                <a:pt x="2345856" y="34145"/>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DAA2F1-E0A8-436A-998F-B95675DB336E}">
      <dsp:nvSpPr>
        <dsp:cNvPr id="0" name=""/>
        <dsp:cNvSpPr/>
      </dsp:nvSpPr>
      <dsp:spPr>
        <a:xfrm rot="20371352">
          <a:off x="2722371" y="2036897"/>
          <a:ext cx="2346305" cy="68291"/>
        </a:xfrm>
        <a:custGeom>
          <a:avLst/>
          <a:gdLst/>
          <a:ahLst/>
          <a:cxnLst/>
          <a:rect l="0" t="0" r="0" b="0"/>
          <a:pathLst>
            <a:path>
              <a:moveTo>
                <a:pt x="0" y="34145"/>
              </a:moveTo>
              <a:lnTo>
                <a:pt x="2346305" y="34145"/>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F2E1D8D-4940-4062-90A8-E317759F8F20}">
      <dsp:nvSpPr>
        <dsp:cNvPr id="0" name=""/>
        <dsp:cNvSpPr/>
      </dsp:nvSpPr>
      <dsp:spPr>
        <a:xfrm>
          <a:off x="-142797" y="1146091"/>
          <a:ext cx="3450172" cy="3471924"/>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25000" r="-25000"/>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E759F6-FEFA-480D-BDF1-217CB6CA0E43}">
      <dsp:nvSpPr>
        <dsp:cNvPr id="0" name=""/>
        <dsp:cNvSpPr/>
      </dsp:nvSpPr>
      <dsp:spPr>
        <a:xfrm>
          <a:off x="4911293" y="24363"/>
          <a:ext cx="2485489" cy="2406537"/>
        </a:xfrm>
        <a:prstGeom prst="ellipse">
          <a:avLst/>
        </a:prstGeom>
        <a:solidFill>
          <a:srgbClr val="0070C0"/>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t>INDIVIDUAL CHALLENGES</a:t>
          </a:r>
          <a:endParaRPr lang="en-US" sz="1600" kern="1200" dirty="0"/>
        </a:p>
      </dsp:txBody>
      <dsp:txXfrm>
        <a:off x="5275284" y="376792"/>
        <a:ext cx="1757507" cy="1701679"/>
      </dsp:txXfrm>
    </dsp:sp>
    <dsp:sp modelId="{294E8E02-BD86-46D6-8C68-ED34CF71A986}">
      <dsp:nvSpPr>
        <dsp:cNvPr id="0" name=""/>
        <dsp:cNvSpPr/>
      </dsp:nvSpPr>
      <dsp:spPr>
        <a:xfrm>
          <a:off x="4918514" y="3359208"/>
          <a:ext cx="2555199" cy="2554179"/>
        </a:xfrm>
        <a:prstGeom prst="ellipse">
          <a:avLst/>
        </a:prstGeom>
        <a:solidFill>
          <a:srgbClr val="0070C0"/>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ORGANIZATIONAL CHALLENGES</a:t>
          </a:r>
        </a:p>
      </dsp:txBody>
      <dsp:txXfrm>
        <a:off x="5292714" y="3733259"/>
        <a:ext cx="1806799" cy="18060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3F5639-3909-44DF-B761-2C4E0DAB4F4D}">
      <dsp:nvSpPr>
        <dsp:cNvPr id="0" name=""/>
        <dsp:cNvSpPr/>
      </dsp:nvSpPr>
      <dsp:spPr>
        <a:xfrm rot="5400000">
          <a:off x="-268084" y="269452"/>
          <a:ext cx="1787232" cy="1251062"/>
        </a:xfrm>
        <a:prstGeom prst="chevron">
          <a:avLst/>
        </a:prstGeom>
        <a:solidFill>
          <a:schemeClr val="tx1">
            <a:lumMod val="6500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1689100">
            <a:lnSpc>
              <a:spcPct val="90000"/>
            </a:lnSpc>
            <a:spcBef>
              <a:spcPct val="0"/>
            </a:spcBef>
            <a:spcAft>
              <a:spcPct val="35000"/>
            </a:spcAft>
            <a:buNone/>
          </a:pPr>
          <a:r>
            <a:rPr lang="en-US" sz="3800" kern="1200" dirty="0"/>
            <a:t>1.</a:t>
          </a:r>
        </a:p>
      </dsp:txBody>
      <dsp:txXfrm rot="-5400000">
        <a:off x="1" y="626898"/>
        <a:ext cx="1251062" cy="536170"/>
      </dsp:txXfrm>
    </dsp:sp>
    <dsp:sp modelId="{365E2129-2BD6-4F7A-800B-530442451349}">
      <dsp:nvSpPr>
        <dsp:cNvPr id="0" name=""/>
        <dsp:cNvSpPr/>
      </dsp:nvSpPr>
      <dsp:spPr>
        <a:xfrm rot="5400000">
          <a:off x="4153080" y="-2930579"/>
          <a:ext cx="1161701" cy="7025594"/>
        </a:xfrm>
        <a:prstGeom prst="round2Same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6248" tIns="18415" rIns="18415" bIns="18415" numCol="1" spcCol="1270" anchor="ctr" anchorCtr="0">
          <a:noAutofit/>
        </a:bodyPr>
        <a:lstStyle/>
        <a:p>
          <a:pPr marL="285750" lvl="1" indent="-285750" algn="l" defTabSz="1289050">
            <a:lnSpc>
              <a:spcPct val="90000"/>
            </a:lnSpc>
            <a:spcBef>
              <a:spcPct val="0"/>
            </a:spcBef>
            <a:spcAft>
              <a:spcPct val="15000"/>
            </a:spcAft>
            <a:buChar char="•"/>
          </a:pPr>
          <a:r>
            <a:rPr lang="en-US" sz="2900" kern="1200" dirty="0"/>
            <a:t>Maintain organized records and documents for each client using digital tools.</a:t>
          </a:r>
        </a:p>
      </dsp:txBody>
      <dsp:txXfrm rot="-5400000">
        <a:off x="1221134" y="58077"/>
        <a:ext cx="6968884" cy="1048281"/>
      </dsp:txXfrm>
    </dsp:sp>
    <dsp:sp modelId="{8C9B685C-0400-479D-B300-32CBC4115977}">
      <dsp:nvSpPr>
        <dsp:cNvPr id="0" name=""/>
        <dsp:cNvSpPr/>
      </dsp:nvSpPr>
      <dsp:spPr>
        <a:xfrm rot="5400000">
          <a:off x="-268084" y="1588415"/>
          <a:ext cx="1787232" cy="1251062"/>
        </a:xfrm>
        <a:prstGeom prst="chevron">
          <a:avLst/>
        </a:prstGeom>
        <a:solidFill>
          <a:schemeClr val="tx1">
            <a:lumMod val="6500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1689100">
            <a:lnSpc>
              <a:spcPct val="90000"/>
            </a:lnSpc>
            <a:spcBef>
              <a:spcPct val="0"/>
            </a:spcBef>
            <a:spcAft>
              <a:spcPct val="35000"/>
            </a:spcAft>
            <a:buNone/>
          </a:pPr>
          <a:r>
            <a:rPr lang="en-US" sz="3800" kern="1200" dirty="0"/>
            <a:t>2.</a:t>
          </a:r>
        </a:p>
      </dsp:txBody>
      <dsp:txXfrm rot="-5400000">
        <a:off x="1" y="1945861"/>
        <a:ext cx="1251062" cy="536170"/>
      </dsp:txXfrm>
    </dsp:sp>
    <dsp:sp modelId="{6483D3C0-FECC-4FE1-8B4C-6839A0ACC2D2}">
      <dsp:nvSpPr>
        <dsp:cNvPr id="0" name=""/>
        <dsp:cNvSpPr/>
      </dsp:nvSpPr>
      <dsp:spPr>
        <a:xfrm rot="5400000">
          <a:off x="4183009" y="-1611743"/>
          <a:ext cx="1161701" cy="7025594"/>
        </a:xfrm>
        <a:prstGeom prst="round2Same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6248" tIns="18415" rIns="18415" bIns="18415" numCol="1" spcCol="1270" anchor="ctr" anchorCtr="0">
          <a:noAutofit/>
        </a:bodyPr>
        <a:lstStyle/>
        <a:p>
          <a:pPr marL="285750" lvl="1" indent="-285750" algn="l" defTabSz="1289050">
            <a:lnSpc>
              <a:spcPct val="90000"/>
            </a:lnSpc>
            <a:spcBef>
              <a:spcPct val="0"/>
            </a:spcBef>
            <a:spcAft>
              <a:spcPct val="15000"/>
            </a:spcAft>
            <a:buChar char="•"/>
          </a:pPr>
          <a:r>
            <a:rPr lang="en-US" sz="2900" kern="1200" dirty="0"/>
            <a:t>Prioritize tasks and meetings based on urgency.</a:t>
          </a:r>
        </a:p>
      </dsp:txBody>
      <dsp:txXfrm rot="-5400000">
        <a:off x="1251063" y="1376913"/>
        <a:ext cx="6968884" cy="1048281"/>
      </dsp:txXfrm>
    </dsp:sp>
    <dsp:sp modelId="{15597B4A-AE84-498F-8E9E-190322D53AAA}">
      <dsp:nvSpPr>
        <dsp:cNvPr id="0" name=""/>
        <dsp:cNvSpPr/>
      </dsp:nvSpPr>
      <dsp:spPr>
        <a:xfrm rot="5400000">
          <a:off x="-255912" y="2885700"/>
          <a:ext cx="1787232" cy="1251062"/>
        </a:xfrm>
        <a:prstGeom prst="chevron">
          <a:avLst/>
        </a:prstGeom>
        <a:solidFill>
          <a:schemeClr val="tx1">
            <a:lumMod val="6500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1689100">
            <a:lnSpc>
              <a:spcPct val="90000"/>
            </a:lnSpc>
            <a:spcBef>
              <a:spcPct val="0"/>
            </a:spcBef>
            <a:spcAft>
              <a:spcPct val="35000"/>
            </a:spcAft>
            <a:buNone/>
          </a:pPr>
          <a:r>
            <a:rPr lang="en-US" sz="3800" kern="1200" dirty="0"/>
            <a:t>3.</a:t>
          </a:r>
        </a:p>
      </dsp:txBody>
      <dsp:txXfrm rot="-5400000">
        <a:off x="12173" y="3243146"/>
        <a:ext cx="1251062" cy="536170"/>
      </dsp:txXfrm>
    </dsp:sp>
    <dsp:sp modelId="{30C338AB-D966-4FB1-8ED5-ECD23F8F0F47}">
      <dsp:nvSpPr>
        <dsp:cNvPr id="0" name=""/>
        <dsp:cNvSpPr/>
      </dsp:nvSpPr>
      <dsp:spPr>
        <a:xfrm rot="5400000">
          <a:off x="4133127" y="-314270"/>
          <a:ext cx="1161701" cy="7025594"/>
        </a:xfrm>
        <a:prstGeom prst="round2Same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6248" tIns="18415" rIns="18415" bIns="18415" numCol="1" spcCol="1270" anchor="ctr" anchorCtr="0">
          <a:noAutofit/>
        </a:bodyPr>
        <a:lstStyle/>
        <a:p>
          <a:pPr marL="285750" lvl="1" indent="-285750" algn="l" defTabSz="1289050">
            <a:lnSpc>
              <a:spcPct val="90000"/>
            </a:lnSpc>
            <a:spcBef>
              <a:spcPct val="0"/>
            </a:spcBef>
            <a:spcAft>
              <a:spcPct val="15000"/>
            </a:spcAft>
            <a:buChar char="•"/>
          </a:pPr>
          <a:r>
            <a:rPr lang="en-US" sz="2900" kern="1200" dirty="0"/>
            <a:t>Stay consistent and prepared for meetings and events.</a:t>
          </a:r>
        </a:p>
      </dsp:txBody>
      <dsp:txXfrm rot="-5400000">
        <a:off x="1201181" y="2674386"/>
        <a:ext cx="6968884" cy="104828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EA7A6D-4D40-4417-8123-00A2D6424145}">
      <dsp:nvSpPr>
        <dsp:cNvPr id="0" name=""/>
        <dsp:cNvSpPr/>
      </dsp:nvSpPr>
      <dsp:spPr>
        <a:xfrm>
          <a:off x="2672928" y="0"/>
          <a:ext cx="2782143" cy="1854762"/>
        </a:xfrm>
        <a:prstGeom prst="trapezoid">
          <a:avLst>
            <a:gd name="adj" fmla="val 75000"/>
          </a:avLst>
        </a:prstGeom>
        <a:noFill/>
        <a:ln w="38100" cap="rnd" cmpd="sng" algn="ctr">
          <a:solidFill>
            <a:srgbClr val="0070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bg1"/>
              </a:solidFill>
            </a:rPr>
            <a:t>Closing </a:t>
          </a:r>
        </a:p>
        <a:p>
          <a:pPr marL="0" lvl="0" indent="0" algn="ctr" defTabSz="1066800">
            <a:lnSpc>
              <a:spcPct val="90000"/>
            </a:lnSpc>
            <a:spcBef>
              <a:spcPct val="0"/>
            </a:spcBef>
            <a:spcAft>
              <a:spcPct val="35000"/>
            </a:spcAft>
            <a:buNone/>
          </a:pPr>
          <a:r>
            <a:rPr lang="en-US" sz="2400" b="1" kern="1200" dirty="0">
              <a:solidFill>
                <a:schemeClr val="bg1"/>
              </a:solidFill>
            </a:rPr>
            <a:t>Deals</a:t>
          </a:r>
        </a:p>
      </dsp:txBody>
      <dsp:txXfrm>
        <a:off x="2672928" y="0"/>
        <a:ext cx="2782143" cy="1854762"/>
      </dsp:txXfrm>
    </dsp:sp>
    <dsp:sp modelId="{0E9C9AED-054C-4148-9F9F-1F5209929A71}">
      <dsp:nvSpPr>
        <dsp:cNvPr id="0" name=""/>
        <dsp:cNvSpPr/>
      </dsp:nvSpPr>
      <dsp:spPr>
        <a:xfrm>
          <a:off x="1336464" y="1864777"/>
          <a:ext cx="5455071" cy="1781952"/>
        </a:xfrm>
        <a:prstGeom prst="trapezoid">
          <a:avLst>
            <a:gd name="adj" fmla="val 75000"/>
          </a:avLst>
        </a:prstGeom>
        <a:noFill/>
        <a:ln w="38100" cap="rnd" cmpd="sng" algn="ctr">
          <a:solidFill>
            <a:srgbClr val="0070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b="1" kern="1200" dirty="0">
            <a:solidFill>
              <a:schemeClr val="bg1"/>
            </a:solidFill>
          </a:endParaRPr>
        </a:p>
      </dsp:txBody>
      <dsp:txXfrm>
        <a:off x="2291101" y="1864777"/>
        <a:ext cx="3545796" cy="1781952"/>
      </dsp:txXfrm>
    </dsp:sp>
    <dsp:sp modelId="{4CE33A6A-D67F-4A5B-8C7B-367A164A1FF7}">
      <dsp:nvSpPr>
        <dsp:cNvPr id="0" name=""/>
        <dsp:cNvSpPr/>
      </dsp:nvSpPr>
      <dsp:spPr>
        <a:xfrm>
          <a:off x="0" y="3636714"/>
          <a:ext cx="8128000" cy="1781952"/>
        </a:xfrm>
        <a:prstGeom prst="trapezoid">
          <a:avLst>
            <a:gd name="adj" fmla="val 75000"/>
          </a:avLst>
        </a:prstGeom>
        <a:noFill/>
        <a:ln w="38100" cap="rnd" cmpd="sng" algn="ctr">
          <a:solidFill>
            <a:srgbClr val="0070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b="1" kern="1200" dirty="0">
              <a:solidFill>
                <a:schemeClr val="bg1"/>
              </a:solidFill>
            </a:rPr>
            <a:t>Communication</a:t>
          </a:r>
        </a:p>
      </dsp:txBody>
      <dsp:txXfrm>
        <a:off x="1422399" y="3636714"/>
        <a:ext cx="5283200" cy="178195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5BA3D9-97C3-47C6-A1FD-D565E5C4AED3}">
      <dsp:nvSpPr>
        <dsp:cNvPr id="0" name=""/>
        <dsp:cNvSpPr/>
      </dsp:nvSpPr>
      <dsp:spPr>
        <a:xfrm>
          <a:off x="571268" y="0"/>
          <a:ext cx="3095624" cy="1547812"/>
        </a:xfrm>
        <a:prstGeom prst="roundRect">
          <a:avLst>
            <a:gd name="adj" fmla="val 10000"/>
          </a:avLst>
        </a:prstGeom>
        <a:solidFill>
          <a:schemeClr val="tx1">
            <a:lumMod val="5000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7155" tIns="64770" rIns="97155" bIns="64770" numCol="1" spcCol="1270" anchor="ctr" anchorCtr="0">
          <a:noAutofit/>
        </a:bodyPr>
        <a:lstStyle/>
        <a:p>
          <a:pPr marL="0" lvl="0" indent="0" algn="ctr" defTabSz="2266950">
            <a:lnSpc>
              <a:spcPct val="90000"/>
            </a:lnSpc>
            <a:spcBef>
              <a:spcPct val="0"/>
            </a:spcBef>
            <a:spcAft>
              <a:spcPct val="35000"/>
            </a:spcAft>
            <a:buNone/>
          </a:pPr>
          <a:r>
            <a:rPr lang="en-US" sz="5100" b="1" kern="1200" dirty="0"/>
            <a:t>Resident</a:t>
          </a:r>
        </a:p>
      </dsp:txBody>
      <dsp:txXfrm>
        <a:off x="616602" y="45334"/>
        <a:ext cx="3004956" cy="1457144"/>
      </dsp:txXfrm>
    </dsp:sp>
    <dsp:sp modelId="{E3BC39CB-DD51-483B-9634-D09ED724225F}">
      <dsp:nvSpPr>
        <dsp:cNvPr id="0" name=""/>
        <dsp:cNvSpPr/>
      </dsp:nvSpPr>
      <dsp:spPr>
        <a:xfrm>
          <a:off x="880830" y="1547812"/>
          <a:ext cx="319716" cy="1161521"/>
        </a:xfrm>
        <a:custGeom>
          <a:avLst/>
          <a:gdLst/>
          <a:ahLst/>
          <a:cxnLst/>
          <a:rect l="0" t="0" r="0" b="0"/>
          <a:pathLst>
            <a:path>
              <a:moveTo>
                <a:pt x="0" y="0"/>
              </a:moveTo>
              <a:lnTo>
                <a:pt x="0" y="1161521"/>
              </a:lnTo>
              <a:lnTo>
                <a:pt x="319716" y="1161521"/>
              </a:lnTo>
            </a:path>
          </a:pathLst>
        </a:custGeom>
        <a:noFill/>
        <a:ln w="15875" cap="rnd"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FA3052DB-B555-4BAF-B771-BB6F0FE17E5D}">
      <dsp:nvSpPr>
        <dsp:cNvPr id="0" name=""/>
        <dsp:cNvSpPr/>
      </dsp:nvSpPr>
      <dsp:spPr>
        <a:xfrm>
          <a:off x="1200546" y="1935427"/>
          <a:ext cx="2476499" cy="1547812"/>
        </a:xfrm>
        <a:prstGeom prst="roundRect">
          <a:avLst>
            <a:gd name="adj" fmla="val 10000"/>
          </a:avLst>
        </a:prstGeom>
        <a:solidFill>
          <a:schemeClr val="lt1">
            <a:alpha val="90000"/>
            <a:hueOff val="0"/>
            <a:satOff val="0"/>
            <a:lumOff val="0"/>
            <a:alphaOff val="0"/>
          </a:schemeClr>
        </a:solidFill>
        <a:ln w="15875" cap="rnd" cmpd="sng" algn="ctr">
          <a:solidFill>
            <a:schemeClr val="tx1">
              <a:lumMod val="6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US" sz="2700" kern="1200" dirty="0"/>
            <a:t>1.Salaried</a:t>
          </a:r>
        </a:p>
        <a:p>
          <a:pPr marL="0" lvl="0" indent="0" algn="ctr" defTabSz="1200150">
            <a:lnSpc>
              <a:spcPct val="90000"/>
            </a:lnSpc>
            <a:spcBef>
              <a:spcPct val="0"/>
            </a:spcBef>
            <a:spcAft>
              <a:spcPct val="35000"/>
            </a:spcAft>
            <a:buNone/>
          </a:pPr>
          <a:r>
            <a:rPr lang="en-US" sz="2700" kern="1200" dirty="0"/>
            <a:t>2. Property owners</a:t>
          </a:r>
        </a:p>
      </dsp:txBody>
      <dsp:txXfrm>
        <a:off x="1245880" y="1980761"/>
        <a:ext cx="2385831" cy="1457144"/>
      </dsp:txXfrm>
    </dsp:sp>
    <dsp:sp modelId="{FF23D9C2-AF31-4FA2-9330-9F5753CFF32E}">
      <dsp:nvSpPr>
        <dsp:cNvPr id="0" name=""/>
        <dsp:cNvSpPr/>
      </dsp:nvSpPr>
      <dsp:spPr>
        <a:xfrm>
          <a:off x="880830" y="1547812"/>
          <a:ext cx="319716" cy="3096286"/>
        </a:xfrm>
        <a:custGeom>
          <a:avLst/>
          <a:gdLst/>
          <a:ahLst/>
          <a:cxnLst/>
          <a:rect l="0" t="0" r="0" b="0"/>
          <a:pathLst>
            <a:path>
              <a:moveTo>
                <a:pt x="0" y="0"/>
              </a:moveTo>
              <a:lnTo>
                <a:pt x="0" y="3096286"/>
              </a:lnTo>
              <a:lnTo>
                <a:pt x="319716" y="3096286"/>
              </a:lnTo>
            </a:path>
          </a:pathLst>
        </a:custGeom>
        <a:noFill/>
        <a:ln w="15875" cap="rnd"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0ED817CE-914D-49AB-97E4-2F3C70FD9A89}">
      <dsp:nvSpPr>
        <dsp:cNvPr id="0" name=""/>
        <dsp:cNvSpPr/>
      </dsp:nvSpPr>
      <dsp:spPr>
        <a:xfrm>
          <a:off x="1200546" y="3870192"/>
          <a:ext cx="2476499" cy="1547812"/>
        </a:xfrm>
        <a:prstGeom prst="roundRect">
          <a:avLst>
            <a:gd name="adj" fmla="val 10000"/>
          </a:avLst>
        </a:prstGeom>
        <a:solidFill>
          <a:schemeClr val="lt1">
            <a:alpha val="90000"/>
            <a:hueOff val="0"/>
            <a:satOff val="0"/>
            <a:lumOff val="0"/>
            <a:alphaOff val="0"/>
          </a:schemeClr>
        </a:solidFill>
        <a:ln w="15875" cap="rnd" cmpd="sng" algn="ctr">
          <a:solidFill>
            <a:schemeClr val="tx1">
              <a:lumMod val="6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US" sz="2700" kern="1200" dirty="0"/>
            <a:t>3. Self employed</a:t>
          </a:r>
        </a:p>
        <a:p>
          <a:pPr marL="0" lvl="0" indent="0" algn="ctr" defTabSz="1200150">
            <a:lnSpc>
              <a:spcPct val="90000"/>
            </a:lnSpc>
            <a:spcBef>
              <a:spcPct val="0"/>
            </a:spcBef>
            <a:spcAft>
              <a:spcPct val="35000"/>
            </a:spcAft>
            <a:buNone/>
          </a:pPr>
          <a:r>
            <a:rPr lang="en-US" sz="2700" kern="1200" dirty="0"/>
            <a:t>4. Golden visa holders</a:t>
          </a:r>
        </a:p>
      </dsp:txBody>
      <dsp:txXfrm>
        <a:off x="1245880" y="3915526"/>
        <a:ext cx="2385831" cy="1457144"/>
      </dsp:txXfrm>
    </dsp:sp>
    <dsp:sp modelId="{D5090C35-6051-40B4-B503-C46AC015B1C9}">
      <dsp:nvSpPr>
        <dsp:cNvPr id="0" name=""/>
        <dsp:cNvSpPr/>
      </dsp:nvSpPr>
      <dsp:spPr>
        <a:xfrm>
          <a:off x="4450953" y="661"/>
          <a:ext cx="3095624" cy="1547812"/>
        </a:xfrm>
        <a:prstGeom prst="roundRect">
          <a:avLst>
            <a:gd name="adj" fmla="val 10000"/>
          </a:avLst>
        </a:prstGeom>
        <a:solidFill>
          <a:schemeClr val="tx1">
            <a:lumMod val="5000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7155" tIns="64770" rIns="97155" bIns="64770" numCol="1" spcCol="1270" anchor="ctr" anchorCtr="0">
          <a:noAutofit/>
        </a:bodyPr>
        <a:lstStyle/>
        <a:p>
          <a:pPr marL="0" lvl="0" indent="0" algn="ctr" defTabSz="2266950">
            <a:lnSpc>
              <a:spcPct val="90000"/>
            </a:lnSpc>
            <a:spcBef>
              <a:spcPct val="0"/>
            </a:spcBef>
            <a:spcAft>
              <a:spcPct val="35000"/>
            </a:spcAft>
            <a:buNone/>
          </a:pPr>
          <a:r>
            <a:rPr lang="en-US" sz="5100" b="1" kern="1200" dirty="0"/>
            <a:t>Non-Resident</a:t>
          </a:r>
        </a:p>
      </dsp:txBody>
      <dsp:txXfrm>
        <a:off x="4496287" y="45995"/>
        <a:ext cx="3004956" cy="1457144"/>
      </dsp:txXfrm>
    </dsp:sp>
    <dsp:sp modelId="{0B4289DC-515A-4E72-B9F6-00BCD7ED7D78}">
      <dsp:nvSpPr>
        <dsp:cNvPr id="0" name=""/>
        <dsp:cNvSpPr/>
      </dsp:nvSpPr>
      <dsp:spPr>
        <a:xfrm>
          <a:off x="4760515" y="1548474"/>
          <a:ext cx="309562" cy="1160859"/>
        </a:xfrm>
        <a:custGeom>
          <a:avLst/>
          <a:gdLst/>
          <a:ahLst/>
          <a:cxnLst/>
          <a:rect l="0" t="0" r="0" b="0"/>
          <a:pathLst>
            <a:path>
              <a:moveTo>
                <a:pt x="0" y="0"/>
              </a:moveTo>
              <a:lnTo>
                <a:pt x="0" y="1160859"/>
              </a:lnTo>
              <a:lnTo>
                <a:pt x="309562" y="1160859"/>
              </a:lnTo>
            </a:path>
          </a:pathLst>
        </a:custGeom>
        <a:noFill/>
        <a:ln w="15875" cap="rnd"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8486F805-DFB0-41A7-A2DB-2F7CAF4A88A7}">
      <dsp:nvSpPr>
        <dsp:cNvPr id="0" name=""/>
        <dsp:cNvSpPr/>
      </dsp:nvSpPr>
      <dsp:spPr>
        <a:xfrm>
          <a:off x="5070078" y="1935427"/>
          <a:ext cx="2476499" cy="1547812"/>
        </a:xfrm>
        <a:prstGeom prst="roundRect">
          <a:avLst>
            <a:gd name="adj" fmla="val 10000"/>
          </a:avLst>
        </a:prstGeom>
        <a:solidFill>
          <a:schemeClr val="lt1">
            <a:alpha val="90000"/>
            <a:hueOff val="0"/>
            <a:satOff val="0"/>
            <a:lumOff val="0"/>
            <a:alphaOff val="0"/>
          </a:schemeClr>
        </a:solidFill>
        <a:ln w="15875" cap="rnd" cmpd="sng" algn="ctr">
          <a:solidFill>
            <a:schemeClr val="tx1">
              <a:lumMod val="6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US" sz="2700" kern="1200" dirty="0"/>
            <a:t>1. Salaried</a:t>
          </a:r>
        </a:p>
        <a:p>
          <a:pPr marL="0" lvl="0" indent="0" algn="ctr" defTabSz="1200150">
            <a:lnSpc>
              <a:spcPct val="90000"/>
            </a:lnSpc>
            <a:spcBef>
              <a:spcPct val="0"/>
            </a:spcBef>
            <a:spcAft>
              <a:spcPct val="35000"/>
            </a:spcAft>
            <a:buNone/>
          </a:pPr>
          <a:r>
            <a:rPr lang="en-US" sz="2700" kern="1200" dirty="0"/>
            <a:t>2. Self employed</a:t>
          </a:r>
        </a:p>
      </dsp:txBody>
      <dsp:txXfrm>
        <a:off x="5115412" y="1980761"/>
        <a:ext cx="2385831" cy="145714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D544C8-7B74-4ED0-8990-4CEAB4D9E54A}">
      <dsp:nvSpPr>
        <dsp:cNvPr id="0" name=""/>
        <dsp:cNvSpPr/>
      </dsp:nvSpPr>
      <dsp:spPr>
        <a:xfrm>
          <a:off x="155" y="1402703"/>
          <a:ext cx="2682875" cy="3992853"/>
        </a:xfrm>
        <a:prstGeom prst="roundRect">
          <a:avLst>
            <a:gd name="adj" fmla="val 10000"/>
          </a:avLst>
        </a:prstGeom>
        <a:blipFill rotWithShape="0">
          <a:blip xmlns:r="http://schemas.openxmlformats.org/officeDocument/2006/relationships" r:embed="rId1"/>
          <a:stretch>
            <a:fillRect l="-25000" r="-25000"/>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2496" tIns="412496" rIns="412496" bIns="412496" numCol="1" spcCol="1270" anchor="ctr" anchorCtr="0">
          <a:noAutofit/>
        </a:bodyPr>
        <a:lstStyle/>
        <a:p>
          <a:pPr marL="0" lvl="0" indent="0" algn="ctr" defTabSz="2578100">
            <a:lnSpc>
              <a:spcPct val="90000"/>
            </a:lnSpc>
            <a:spcBef>
              <a:spcPct val="0"/>
            </a:spcBef>
            <a:spcAft>
              <a:spcPct val="35000"/>
            </a:spcAft>
            <a:buNone/>
          </a:pPr>
          <a:endParaRPr lang="en-US" sz="5800" b="1" kern="1200" dirty="0">
            <a:solidFill>
              <a:schemeClr val="bg1"/>
            </a:solidFill>
          </a:endParaRPr>
        </a:p>
      </dsp:txBody>
      <dsp:txXfrm>
        <a:off x="155" y="2999844"/>
        <a:ext cx="2682875" cy="1597141"/>
      </dsp:txXfrm>
    </dsp:sp>
    <dsp:sp modelId="{39375DD8-2A06-4469-B05F-25E2B710826F}">
      <dsp:nvSpPr>
        <dsp:cNvPr id="0" name=""/>
        <dsp:cNvSpPr/>
      </dsp:nvSpPr>
      <dsp:spPr>
        <a:xfrm>
          <a:off x="439384" y="10166"/>
          <a:ext cx="1804416" cy="1804416"/>
        </a:xfrm>
        <a:prstGeom prst="ellipse">
          <a:avLst/>
        </a:prstGeom>
        <a:solidFill>
          <a:schemeClr val="tx1"/>
        </a:solidFill>
        <a:ln w="15875" cap="rnd" cmpd="sng" algn="ctr">
          <a:solidFill>
            <a:schemeClr val="lt1">
              <a:hueOff val="0"/>
              <a:satOff val="0"/>
              <a:lumOff val="0"/>
              <a:alphaOff val="0"/>
            </a:schemeClr>
          </a:solidFill>
          <a:prstDash val="solid"/>
        </a:ln>
        <a:effectLst>
          <a:outerShdw blurRad="50800" dist="50800" dir="5400000" algn="ctr" rotWithShape="0">
            <a:schemeClr val="bg1"/>
          </a:outerShdw>
        </a:effectLst>
      </dsp:spPr>
      <dsp:style>
        <a:lnRef idx="2">
          <a:scrgbClr r="0" g="0" b="0"/>
        </a:lnRef>
        <a:fillRef idx="1">
          <a:scrgbClr r="0" g="0" b="0"/>
        </a:fillRef>
        <a:effectRef idx="0">
          <a:scrgbClr r="0" g="0" b="0"/>
        </a:effectRef>
        <a:fontRef idx="minor"/>
      </dsp:style>
    </dsp:sp>
    <dsp:sp modelId="{3C76743D-979D-46A1-A105-A1F481770259}">
      <dsp:nvSpPr>
        <dsp:cNvPr id="0" name=""/>
        <dsp:cNvSpPr/>
      </dsp:nvSpPr>
      <dsp:spPr>
        <a:xfrm>
          <a:off x="2763516" y="1424134"/>
          <a:ext cx="2600966" cy="3994532"/>
        </a:xfrm>
        <a:prstGeom prst="roundRect">
          <a:avLst>
            <a:gd name="adj" fmla="val 10000"/>
          </a:avLst>
        </a:prstGeom>
        <a:blipFill rotWithShape="0">
          <a:blip xmlns:r="http://schemas.openxmlformats.org/officeDocument/2006/relationships" r:embed="rId1"/>
          <a:stretch>
            <a:fillRect l="-25000" r="-25000"/>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608" tIns="419608" rIns="419608" bIns="419608" numCol="1" spcCol="1270" anchor="ctr" anchorCtr="0">
          <a:noAutofit/>
        </a:bodyPr>
        <a:lstStyle/>
        <a:p>
          <a:pPr marL="0" lvl="0" indent="0" algn="ctr" defTabSz="2622550">
            <a:lnSpc>
              <a:spcPct val="90000"/>
            </a:lnSpc>
            <a:spcBef>
              <a:spcPct val="0"/>
            </a:spcBef>
            <a:spcAft>
              <a:spcPct val="35000"/>
            </a:spcAft>
            <a:buNone/>
          </a:pPr>
          <a:endParaRPr lang="en-US" sz="5900" kern="1200" dirty="0"/>
        </a:p>
      </dsp:txBody>
      <dsp:txXfrm>
        <a:off x="2763516" y="3021947"/>
        <a:ext cx="2600966" cy="1597813"/>
      </dsp:txXfrm>
    </dsp:sp>
    <dsp:sp modelId="{1E986EE4-B654-4EDF-B16C-D3C6E433D11C}">
      <dsp:nvSpPr>
        <dsp:cNvPr id="0" name=""/>
        <dsp:cNvSpPr/>
      </dsp:nvSpPr>
      <dsp:spPr>
        <a:xfrm>
          <a:off x="3161791" y="0"/>
          <a:ext cx="1804416" cy="1804416"/>
        </a:xfrm>
        <a:prstGeom prst="ellipse">
          <a:avLst/>
        </a:prstGeom>
        <a:solidFill>
          <a:schemeClr val="tx1"/>
        </a:solidFill>
        <a:ln w="15875" cap="rnd" cmpd="sng" algn="ctr">
          <a:solidFill>
            <a:schemeClr val="lt1">
              <a:hueOff val="0"/>
              <a:satOff val="0"/>
              <a:lumOff val="0"/>
              <a:alphaOff val="0"/>
            </a:schemeClr>
          </a:solidFill>
          <a:prstDash val="solid"/>
        </a:ln>
        <a:effectLst>
          <a:outerShdw blurRad="50800" dist="50800" dir="5400000" algn="ctr" rotWithShape="0">
            <a:schemeClr val="bg1"/>
          </a:outerShdw>
        </a:effectLst>
      </dsp:spPr>
      <dsp:style>
        <a:lnRef idx="2">
          <a:scrgbClr r="0" g="0" b="0"/>
        </a:lnRef>
        <a:fillRef idx="1">
          <a:scrgbClr r="0" g="0" b="0"/>
        </a:fillRef>
        <a:effectRef idx="0">
          <a:scrgbClr r="0" g="0" b="0"/>
        </a:effectRef>
        <a:fontRef idx="minor"/>
      </dsp:style>
    </dsp:sp>
    <dsp:sp modelId="{0557D490-19FA-4C00-BCCB-3736375C2046}">
      <dsp:nvSpPr>
        <dsp:cNvPr id="0" name=""/>
        <dsp:cNvSpPr/>
      </dsp:nvSpPr>
      <dsp:spPr>
        <a:xfrm>
          <a:off x="5445125" y="1466453"/>
          <a:ext cx="2682875" cy="3952213"/>
        </a:xfrm>
        <a:prstGeom prst="roundRect">
          <a:avLst>
            <a:gd name="adj" fmla="val 10000"/>
          </a:avLst>
        </a:prstGeom>
        <a:blipFill rotWithShape="0">
          <a:blip xmlns:r="http://schemas.openxmlformats.org/officeDocument/2006/relationships" r:embed="rId1"/>
          <a:stretch>
            <a:fillRect l="-25000" r="-25000"/>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2496" tIns="412496" rIns="412496" bIns="412496" numCol="1" spcCol="1270" anchor="ctr" anchorCtr="0">
          <a:noAutofit/>
        </a:bodyPr>
        <a:lstStyle/>
        <a:p>
          <a:pPr marL="0" lvl="0" indent="0" algn="ctr" defTabSz="2578100">
            <a:lnSpc>
              <a:spcPct val="90000"/>
            </a:lnSpc>
            <a:spcBef>
              <a:spcPct val="0"/>
            </a:spcBef>
            <a:spcAft>
              <a:spcPct val="35000"/>
            </a:spcAft>
            <a:buNone/>
          </a:pPr>
          <a:endParaRPr lang="en-US" sz="5800" kern="1200" dirty="0"/>
        </a:p>
      </dsp:txBody>
      <dsp:txXfrm>
        <a:off x="5445125" y="3047339"/>
        <a:ext cx="2682875" cy="1580885"/>
      </dsp:txXfrm>
    </dsp:sp>
    <dsp:sp modelId="{4E9049B0-F9A6-4697-BD95-FB85BC0FAA24}">
      <dsp:nvSpPr>
        <dsp:cNvPr id="0" name=""/>
        <dsp:cNvSpPr/>
      </dsp:nvSpPr>
      <dsp:spPr>
        <a:xfrm>
          <a:off x="5894357" y="9138"/>
          <a:ext cx="1804416" cy="1804416"/>
        </a:xfrm>
        <a:prstGeom prst="ellipse">
          <a:avLst/>
        </a:prstGeom>
        <a:solidFill>
          <a:schemeClr val="tx1"/>
        </a:solidFill>
        <a:ln w="15875" cap="rnd" cmpd="sng" algn="ctr">
          <a:solidFill>
            <a:schemeClr val="lt1">
              <a:hueOff val="0"/>
              <a:satOff val="0"/>
              <a:lumOff val="0"/>
              <a:alphaOff val="0"/>
            </a:schemeClr>
          </a:solidFill>
          <a:prstDash val="solid"/>
        </a:ln>
        <a:effectLst>
          <a:outerShdw blurRad="50800" dist="50800" dir="5400000" algn="ctr" rotWithShape="0">
            <a:schemeClr val="bg1"/>
          </a:outerShdw>
        </a:effectLst>
      </dsp:spPr>
      <dsp:style>
        <a:lnRef idx="2">
          <a:scrgbClr r="0" g="0" b="0"/>
        </a:lnRef>
        <a:fillRef idx="1">
          <a:scrgbClr r="0" g="0" b="0"/>
        </a:fillRef>
        <a:effectRef idx="0">
          <a:scrgbClr r="0" g="0" b="0"/>
        </a:effectRef>
        <a:fontRef idx="minor"/>
      </dsp:style>
    </dsp:sp>
    <dsp:sp modelId="{02734A22-ADDE-4A01-84F0-AC014FB35E1F}">
      <dsp:nvSpPr>
        <dsp:cNvPr id="0" name=""/>
        <dsp:cNvSpPr/>
      </dsp:nvSpPr>
      <dsp:spPr>
        <a:xfrm>
          <a:off x="355629" y="4434623"/>
          <a:ext cx="7477760" cy="812800"/>
        </a:xfrm>
        <a:prstGeom prst="leftRightArrow">
          <a:avLst/>
        </a:prstGeom>
        <a:solidFill>
          <a:schemeClr val="tx1"/>
        </a:solidFill>
        <a:ln w="15875" cap="rnd" cmpd="sng" algn="ctr">
          <a:solidFill>
            <a:srgbClr val="1D1858"/>
          </a:solidFill>
          <a:prstDash val="solid"/>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2EA556-0635-4CD9-9BC0-7E28E74BA7CD}">
      <dsp:nvSpPr>
        <dsp:cNvPr id="0" name=""/>
        <dsp:cNvSpPr/>
      </dsp:nvSpPr>
      <dsp:spPr>
        <a:xfrm>
          <a:off x="1303594" y="1847371"/>
          <a:ext cx="4328236" cy="2669839"/>
        </a:xfrm>
        <a:prstGeom prst="rect">
          <a:avLst/>
        </a:prstGeom>
        <a:blipFill>
          <a:blip xmlns:r="http://schemas.openxmlformats.org/officeDocument/2006/relationships" r:embed="rId1">
            <a:alphaModFix amt="71000"/>
            <a:extLst>
              <a:ext uri="{28A0092B-C50C-407E-A947-70E740481C1C}">
                <a14:useLocalDpi xmlns:a14="http://schemas.microsoft.com/office/drawing/2010/main" val="0"/>
              </a:ext>
            </a:extLst>
          </a:blip>
          <a:srcRect/>
          <a:stretch>
            <a:fillRect t="-4000" b="-4000"/>
          </a:stretch>
        </a:blipFill>
        <a:ln w="15875" cap="rnd" cmpd="sng" algn="ctr">
          <a:noFill/>
          <a:prstDash val="solid"/>
        </a:ln>
        <a:effectLst>
          <a:outerShdw blurRad="1270000" dir="6180000" algn="t" rotWithShape="0">
            <a:prstClr val="black">
              <a:alpha val="45000"/>
            </a:prstClr>
          </a:outerShdw>
          <a:softEdge rad="88900"/>
        </a:effectLst>
      </dsp:spPr>
      <dsp:style>
        <a:lnRef idx="2">
          <a:scrgbClr r="0" g="0" b="0"/>
        </a:lnRef>
        <a:fillRef idx="1">
          <a:scrgbClr r="0" g="0" b="0"/>
        </a:fillRef>
        <a:effectRef idx="0">
          <a:scrgbClr r="0" g="0" b="0"/>
        </a:effectRef>
        <a:fontRef idx="minor"/>
      </dsp:style>
    </dsp:sp>
    <dsp:sp modelId="{578FF9F9-D515-46AB-9CE5-416FAEF82F47}">
      <dsp:nvSpPr>
        <dsp:cNvPr id="0" name=""/>
        <dsp:cNvSpPr/>
      </dsp:nvSpPr>
      <dsp:spPr>
        <a:xfrm>
          <a:off x="1515627" y="2049049"/>
          <a:ext cx="3911085" cy="2250476"/>
        </a:xfrm>
        <a:prstGeom prst="rect">
          <a:avLst/>
        </a:pr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6BF0CC6-D7E1-4D7E-834B-7A33DEEA3053}">
      <dsp:nvSpPr>
        <dsp:cNvPr id="0" name=""/>
        <dsp:cNvSpPr/>
      </dsp:nvSpPr>
      <dsp:spPr>
        <a:xfrm>
          <a:off x="1515627" y="3623422"/>
          <a:ext cx="3911085" cy="680585"/>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87630" tIns="29210" rIns="87630" bIns="0" numCol="1" spcCol="1270" anchor="b" anchorCtr="0">
          <a:noAutofit/>
        </a:bodyPr>
        <a:lstStyle/>
        <a:p>
          <a:pPr marL="0" lvl="0" indent="0" algn="r" defTabSz="2044700">
            <a:lnSpc>
              <a:spcPct val="100000"/>
            </a:lnSpc>
            <a:spcBef>
              <a:spcPct val="0"/>
            </a:spcBef>
            <a:spcAft>
              <a:spcPct val="35000"/>
            </a:spcAft>
            <a:buNone/>
          </a:pPr>
          <a:endParaRPr lang="en-US" sz="4600" kern="1200" dirty="0"/>
        </a:p>
      </dsp:txBody>
      <dsp:txXfrm>
        <a:off x="1515627" y="3623422"/>
        <a:ext cx="3911085" cy="680585"/>
      </dsp:txXfrm>
    </dsp:sp>
    <dsp:sp modelId="{01875AF9-CAEE-4053-9B02-CE297C70B21B}">
      <dsp:nvSpPr>
        <dsp:cNvPr id="0" name=""/>
        <dsp:cNvSpPr/>
      </dsp:nvSpPr>
      <dsp:spPr>
        <a:xfrm>
          <a:off x="5891692" y="1430253"/>
          <a:ext cx="2449667" cy="1671353"/>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26000" r="-26000"/>
          </a:stretch>
        </a:blipFill>
        <a:ln w="15875" cap="rnd" cmpd="sng" algn="ctr">
          <a:solidFill>
            <a:schemeClr val="lt1">
              <a:hueOff val="0"/>
              <a:satOff val="0"/>
              <a:lumOff val="0"/>
              <a:alphaOff val="0"/>
            </a:schemeClr>
          </a:solidFill>
          <a:prstDash val="solid"/>
        </a:ln>
        <a:effectLst>
          <a:softEdge rad="101600"/>
        </a:effectLst>
      </dsp:spPr>
      <dsp:style>
        <a:lnRef idx="2">
          <a:scrgbClr r="0" g="0" b="0"/>
        </a:lnRef>
        <a:fillRef idx="1">
          <a:scrgbClr r="0" g="0" b="0"/>
        </a:fillRef>
        <a:effectRef idx="0">
          <a:scrgbClr r="0" g="0" b="0"/>
        </a:effectRef>
        <a:fontRef idx="minor"/>
      </dsp:style>
    </dsp:sp>
    <dsp:sp modelId="{FF4643C5-677E-44A7-AAB5-F833C5D9E12B}">
      <dsp:nvSpPr>
        <dsp:cNvPr id="0" name=""/>
        <dsp:cNvSpPr/>
      </dsp:nvSpPr>
      <dsp:spPr>
        <a:xfrm>
          <a:off x="4055412" y="82203"/>
          <a:ext cx="1484230" cy="1518031"/>
        </a:xfrm>
        <a:prstGeom prst="rect">
          <a:avLst/>
        </a:prstGeom>
        <a:noFill/>
        <a:ln w="15875" cap="rnd" cmpd="sng" algn="ctr">
          <a:noFill/>
          <a:prstDash val="solid"/>
        </a:ln>
        <a:effectLst/>
      </dsp:spPr>
      <dsp:style>
        <a:lnRef idx="2">
          <a:scrgbClr r="0" g="0" b="0"/>
        </a:lnRef>
        <a:fillRef idx="0">
          <a:scrgbClr r="0" g="0" b="0"/>
        </a:fillRef>
        <a:effectRef idx="0">
          <a:scrgbClr r="0" g="0" b="0"/>
        </a:effectRef>
        <a:fontRef idx="minor"/>
      </dsp:style>
    </dsp:sp>
    <dsp:sp modelId="{3A9BB4D4-FCD3-49F4-8FDE-B6BBCF4D24BE}">
      <dsp:nvSpPr>
        <dsp:cNvPr id="0" name=""/>
        <dsp:cNvSpPr/>
      </dsp:nvSpPr>
      <dsp:spPr>
        <a:xfrm>
          <a:off x="4053876" y="1146298"/>
          <a:ext cx="1484230" cy="453936"/>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4770" tIns="21590" rIns="64770" bIns="0" numCol="1" spcCol="1270" anchor="b" anchorCtr="0">
          <a:noAutofit/>
        </a:bodyPr>
        <a:lstStyle/>
        <a:p>
          <a:pPr marL="0" lvl="0" indent="0" algn="r" defTabSz="1511300">
            <a:lnSpc>
              <a:spcPct val="90000"/>
            </a:lnSpc>
            <a:spcBef>
              <a:spcPct val="0"/>
            </a:spcBef>
            <a:spcAft>
              <a:spcPct val="35000"/>
            </a:spcAft>
            <a:buNone/>
          </a:pPr>
          <a:endParaRPr lang="en-US" sz="3400" kern="1200" dirty="0"/>
        </a:p>
      </dsp:txBody>
      <dsp:txXfrm>
        <a:off x="4053876" y="1146298"/>
        <a:ext cx="1484230" cy="453936"/>
      </dsp:txXfrm>
    </dsp:sp>
    <dsp:sp modelId="{3B672665-2D32-4A33-A533-F564B1CCC026}">
      <dsp:nvSpPr>
        <dsp:cNvPr id="0" name=""/>
        <dsp:cNvSpPr/>
      </dsp:nvSpPr>
      <dsp:spPr>
        <a:xfrm>
          <a:off x="5574048" y="4169047"/>
          <a:ext cx="2767311" cy="1569903"/>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26000" r="-26000"/>
          </a:stretch>
        </a:blipFill>
        <a:ln w="15875" cap="rnd" cmpd="sng" algn="ctr">
          <a:solidFill>
            <a:schemeClr val="lt1">
              <a:hueOff val="0"/>
              <a:satOff val="0"/>
              <a:lumOff val="0"/>
              <a:alphaOff val="0"/>
            </a:schemeClr>
          </a:solidFill>
          <a:prstDash val="solid"/>
        </a:ln>
        <a:effectLst>
          <a:outerShdw blurRad="50800" dist="50800" dir="5400000" sx="3000" sy="3000" algn="ctr" rotWithShape="0">
            <a:srgbClr val="000000">
              <a:alpha val="43137"/>
            </a:srgbClr>
          </a:outerShdw>
          <a:softEdge rad="114300"/>
        </a:effectLst>
      </dsp:spPr>
      <dsp:style>
        <a:lnRef idx="2">
          <a:scrgbClr r="0" g="0" b="0"/>
        </a:lnRef>
        <a:fillRef idx="1">
          <a:scrgbClr r="0" g="0" b="0"/>
        </a:fillRef>
        <a:effectRef idx="0">
          <a:scrgbClr r="0" g="0" b="0"/>
        </a:effectRef>
        <a:fontRef idx="minor"/>
      </dsp:style>
    </dsp:sp>
    <dsp:sp modelId="{51EEF85A-5FB3-4DDC-ADCA-C799C47112A2}">
      <dsp:nvSpPr>
        <dsp:cNvPr id="0" name=""/>
        <dsp:cNvSpPr/>
      </dsp:nvSpPr>
      <dsp:spPr>
        <a:xfrm>
          <a:off x="5879971" y="2987014"/>
          <a:ext cx="1850678" cy="1064094"/>
        </a:xfrm>
        <a:prstGeom prst="rect">
          <a:avLst/>
        </a:prstGeom>
        <a:noFill/>
        <a:ln w="15875" cap="rnd" cmpd="sng" algn="ctr">
          <a:noFill/>
          <a:prstDash val="solid"/>
        </a:ln>
        <a:effectLst/>
      </dsp:spPr>
      <dsp:style>
        <a:lnRef idx="2">
          <a:scrgbClr r="0" g="0" b="0"/>
        </a:lnRef>
        <a:fillRef idx="0">
          <a:scrgbClr r="0" g="0" b="0"/>
        </a:fillRef>
        <a:effectRef idx="0">
          <a:scrgbClr r="0" g="0" b="0"/>
        </a:effectRef>
        <a:fontRef idx="minor"/>
      </dsp:style>
    </dsp:sp>
    <dsp:sp modelId="{3B3CED26-645E-4E3F-8138-8987E1AEC392}">
      <dsp:nvSpPr>
        <dsp:cNvPr id="0" name=""/>
        <dsp:cNvSpPr/>
      </dsp:nvSpPr>
      <dsp:spPr>
        <a:xfrm>
          <a:off x="5792137" y="3553898"/>
          <a:ext cx="1850678" cy="453936"/>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4770" tIns="21590" rIns="64770" bIns="0" numCol="1" spcCol="1270" anchor="b" anchorCtr="0">
          <a:noAutofit/>
        </a:bodyPr>
        <a:lstStyle/>
        <a:p>
          <a:pPr marL="0" lvl="0" indent="0" algn="r" defTabSz="1511300">
            <a:lnSpc>
              <a:spcPct val="90000"/>
            </a:lnSpc>
            <a:spcBef>
              <a:spcPct val="0"/>
            </a:spcBef>
            <a:spcAft>
              <a:spcPct val="35000"/>
            </a:spcAft>
            <a:buNone/>
          </a:pPr>
          <a:endParaRPr lang="en-US" sz="3400" kern="1200" dirty="0"/>
        </a:p>
      </dsp:txBody>
      <dsp:txXfrm>
        <a:off x="5792137" y="3553898"/>
        <a:ext cx="1850678" cy="453936"/>
      </dsp:txXfrm>
    </dsp:sp>
    <dsp:sp modelId="{CF4AF47A-10F6-45D5-B12A-91FE2E3BD507}">
      <dsp:nvSpPr>
        <dsp:cNvPr id="0" name=""/>
        <dsp:cNvSpPr/>
      </dsp:nvSpPr>
      <dsp:spPr>
        <a:xfrm>
          <a:off x="30477" y="4799754"/>
          <a:ext cx="1010997" cy="1026959"/>
        </a:xfrm>
        <a:prstGeom prst="rect">
          <a:avLst/>
        </a:prstGeom>
        <a:noFill/>
        <a:ln w="15875" cap="rnd" cmpd="sng" algn="ctr">
          <a:noFill/>
          <a:prstDash val="solid"/>
        </a:ln>
        <a:effectLst/>
      </dsp:spPr>
      <dsp:style>
        <a:lnRef idx="2">
          <a:scrgbClr r="0" g="0" b="0"/>
        </a:lnRef>
        <a:fillRef idx="1">
          <a:scrgbClr r="0" g="0" b="0"/>
        </a:fillRef>
        <a:effectRef idx="0">
          <a:scrgbClr r="0" g="0" b="0"/>
        </a:effectRef>
        <a:fontRef idx="minor"/>
      </dsp:style>
    </dsp:sp>
    <dsp:sp modelId="{E5CCAD5A-2D95-484B-A835-46CD288109E7}">
      <dsp:nvSpPr>
        <dsp:cNvPr id="0" name=""/>
        <dsp:cNvSpPr/>
      </dsp:nvSpPr>
      <dsp:spPr>
        <a:xfrm>
          <a:off x="257258" y="3536348"/>
          <a:ext cx="802805" cy="820159"/>
        </a:xfrm>
        <a:prstGeom prst="rect">
          <a:avLst/>
        </a:prstGeom>
        <a:noFill/>
        <a:ln w="15875" cap="rnd" cmpd="sng" algn="ctr">
          <a:noFill/>
          <a:prstDash val="solid"/>
        </a:ln>
        <a:effectLst/>
      </dsp:spPr>
      <dsp:style>
        <a:lnRef idx="2">
          <a:scrgbClr r="0" g="0" b="0"/>
        </a:lnRef>
        <a:fillRef idx="0">
          <a:scrgbClr r="0" g="0" b="0"/>
        </a:fillRef>
        <a:effectRef idx="0">
          <a:scrgbClr r="0" g="0" b="0"/>
        </a:effectRef>
        <a:fontRef idx="minor"/>
      </dsp:style>
    </dsp:sp>
    <dsp:sp modelId="{E90E7FF9-0453-473D-BFF1-1A163AD477C8}">
      <dsp:nvSpPr>
        <dsp:cNvPr id="0" name=""/>
        <dsp:cNvSpPr/>
      </dsp:nvSpPr>
      <dsp:spPr>
        <a:xfrm>
          <a:off x="257258" y="3903211"/>
          <a:ext cx="802805" cy="453936"/>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4770" tIns="21590" rIns="64770" bIns="0" numCol="1" spcCol="1270" anchor="b" anchorCtr="0">
          <a:noAutofit/>
        </a:bodyPr>
        <a:lstStyle/>
        <a:p>
          <a:pPr marL="0" lvl="0" indent="0" algn="r" defTabSz="1511300">
            <a:lnSpc>
              <a:spcPct val="90000"/>
            </a:lnSpc>
            <a:spcBef>
              <a:spcPct val="0"/>
            </a:spcBef>
            <a:spcAft>
              <a:spcPct val="35000"/>
            </a:spcAft>
            <a:buNone/>
          </a:pPr>
          <a:endParaRPr lang="en-US" sz="3400" kern="1200" dirty="0"/>
        </a:p>
      </dsp:txBody>
      <dsp:txXfrm>
        <a:off x="257258" y="3903211"/>
        <a:ext cx="802805" cy="453936"/>
      </dsp:txXfrm>
    </dsp:sp>
    <dsp:sp modelId="{E491EA2E-B654-418C-953F-B04657368A16}">
      <dsp:nvSpPr>
        <dsp:cNvPr id="0" name=""/>
        <dsp:cNvSpPr/>
      </dsp:nvSpPr>
      <dsp:spPr>
        <a:xfrm>
          <a:off x="3744361" y="308"/>
          <a:ext cx="2062700" cy="1762541"/>
        </a:xfrm>
        <a:prstGeom prst="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t="-12000" b="-12000"/>
          </a:stretch>
        </a:blipFill>
        <a:ln w="15875" cap="rnd" cmpd="sng" algn="ctr">
          <a:solidFill>
            <a:schemeClr val="lt1">
              <a:hueOff val="0"/>
              <a:satOff val="0"/>
              <a:lumOff val="0"/>
              <a:alphaOff val="0"/>
            </a:schemeClr>
          </a:solidFill>
          <a:prstDash val="solid"/>
        </a:ln>
        <a:effectLst>
          <a:outerShdw blurRad="241300" dist="50800" dir="5400000" algn="ctr" rotWithShape="0">
            <a:srgbClr val="000000">
              <a:alpha val="13000"/>
            </a:srgbClr>
          </a:outerShdw>
          <a:softEdge rad="139700"/>
        </a:effectLst>
      </dsp:spPr>
      <dsp:style>
        <a:lnRef idx="2">
          <a:scrgbClr r="0" g="0" b="0"/>
        </a:lnRef>
        <a:fillRef idx="1">
          <a:scrgbClr r="0" g="0" b="0"/>
        </a:fillRef>
        <a:effectRef idx="0">
          <a:scrgbClr r="0" g="0" b="0"/>
        </a:effectRef>
        <a:fontRef idx="minor"/>
      </dsp:style>
    </dsp:sp>
    <dsp:sp modelId="{4FA1CE71-265C-469C-9231-B65A8B2EC08B}">
      <dsp:nvSpPr>
        <dsp:cNvPr id="0" name=""/>
        <dsp:cNvSpPr/>
      </dsp:nvSpPr>
      <dsp:spPr>
        <a:xfrm>
          <a:off x="5084847" y="4757944"/>
          <a:ext cx="1571040" cy="1518031"/>
        </a:xfrm>
        <a:prstGeom prst="rect">
          <a:avLst/>
        </a:prstGeom>
        <a:noFill/>
        <a:ln w="15875" cap="rnd" cmpd="sng" algn="ctr">
          <a:noFill/>
          <a:prstDash val="solid"/>
        </a:ln>
        <a:effectLst/>
      </dsp:spPr>
      <dsp:style>
        <a:lnRef idx="2">
          <a:scrgbClr r="0" g="0" b="0"/>
        </a:lnRef>
        <a:fillRef idx="0">
          <a:scrgbClr r="0" g="0" b="0"/>
        </a:fillRef>
        <a:effectRef idx="0">
          <a:scrgbClr r="0" g="0" b="0"/>
        </a:effectRef>
        <a:fontRef idx="minor"/>
      </dsp:style>
    </dsp:sp>
    <dsp:sp modelId="{499E8698-3DD9-456F-8394-59C05F05DA4A}">
      <dsp:nvSpPr>
        <dsp:cNvPr id="0" name=""/>
        <dsp:cNvSpPr/>
      </dsp:nvSpPr>
      <dsp:spPr>
        <a:xfrm>
          <a:off x="5084847" y="5822038"/>
          <a:ext cx="1571040" cy="453936"/>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4770" tIns="21590" rIns="64770" bIns="0" numCol="1" spcCol="1270" anchor="b" anchorCtr="0">
          <a:noAutofit/>
        </a:bodyPr>
        <a:lstStyle/>
        <a:p>
          <a:pPr marL="0" lvl="0" indent="0" algn="r" defTabSz="1511300">
            <a:lnSpc>
              <a:spcPct val="90000"/>
            </a:lnSpc>
            <a:spcBef>
              <a:spcPct val="0"/>
            </a:spcBef>
            <a:spcAft>
              <a:spcPct val="35000"/>
            </a:spcAft>
            <a:buNone/>
          </a:pPr>
          <a:endParaRPr lang="en-US" sz="3400" kern="1200" dirty="0"/>
        </a:p>
      </dsp:txBody>
      <dsp:txXfrm>
        <a:off x="5084847" y="5822038"/>
        <a:ext cx="1571040" cy="453936"/>
      </dsp:txXfrm>
    </dsp:sp>
    <dsp:sp modelId="{126F1E96-0F05-4542-9850-1D054A220D80}">
      <dsp:nvSpPr>
        <dsp:cNvPr id="0" name=""/>
        <dsp:cNvSpPr/>
      </dsp:nvSpPr>
      <dsp:spPr>
        <a:xfrm>
          <a:off x="3187913" y="5250942"/>
          <a:ext cx="2364890" cy="1151550"/>
        </a:xfrm>
        <a:prstGeom prst="rect">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l="-1000" r="-1000"/>
          </a:stretch>
        </a:blipFill>
        <a:ln w="15875" cap="rnd" cmpd="sng" algn="ctr">
          <a:solidFill>
            <a:schemeClr val="lt1">
              <a:hueOff val="0"/>
              <a:satOff val="0"/>
              <a:lumOff val="0"/>
              <a:alphaOff val="0"/>
            </a:schemeClr>
          </a:solidFill>
          <a:prstDash val="solid"/>
        </a:ln>
        <a:effectLst>
          <a:outerShdw blurRad="139700" dist="50800" dir="5400000" sx="1000" sy="1000" algn="ctr" rotWithShape="0">
            <a:schemeClr val="tx1"/>
          </a:outerShdw>
          <a:softEdge rad="114300"/>
        </a:effectLst>
      </dsp:spPr>
      <dsp:style>
        <a:lnRef idx="2">
          <a:scrgbClr r="0" g="0" b="0"/>
        </a:lnRef>
        <a:fillRef idx="1">
          <a:scrgbClr r="0" g="0" b="0"/>
        </a:fillRef>
        <a:effectRef idx="0">
          <a:scrgbClr r="0" g="0" b="0"/>
        </a:effectRef>
        <a:fontRef idx="minor"/>
      </dsp:style>
    </dsp:sp>
    <dsp:sp modelId="{FCFB6C07-572F-45AD-AD90-9B604C336C85}">
      <dsp:nvSpPr>
        <dsp:cNvPr id="0" name=""/>
        <dsp:cNvSpPr/>
      </dsp:nvSpPr>
      <dsp:spPr>
        <a:xfrm>
          <a:off x="1418829" y="4757944"/>
          <a:ext cx="1606379" cy="820159"/>
        </a:xfrm>
        <a:prstGeom prst="rect">
          <a:avLst/>
        </a:prstGeom>
        <a:noFill/>
        <a:ln w="15875" cap="rnd" cmpd="sng" algn="ctr">
          <a:noFill/>
          <a:prstDash val="solid"/>
        </a:ln>
        <a:effectLst/>
      </dsp:spPr>
      <dsp:style>
        <a:lnRef idx="2">
          <a:scrgbClr r="0" g="0" b="0"/>
        </a:lnRef>
        <a:fillRef idx="0">
          <a:scrgbClr r="0" g="0" b="0"/>
        </a:fillRef>
        <a:effectRef idx="0">
          <a:scrgbClr r="0" g="0" b="0"/>
        </a:effectRef>
        <a:fontRef idx="minor"/>
      </dsp:style>
    </dsp:sp>
    <dsp:sp modelId="{EB212616-C6EB-43C7-AB5C-8C9B360E2E8B}">
      <dsp:nvSpPr>
        <dsp:cNvPr id="0" name=""/>
        <dsp:cNvSpPr/>
      </dsp:nvSpPr>
      <dsp:spPr>
        <a:xfrm>
          <a:off x="1418829" y="5124167"/>
          <a:ext cx="1606379" cy="453936"/>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4770" tIns="21590" rIns="64770" bIns="0" numCol="1" spcCol="1270" anchor="b" anchorCtr="0">
          <a:noAutofit/>
        </a:bodyPr>
        <a:lstStyle/>
        <a:p>
          <a:pPr marL="0" lvl="0" indent="0" algn="r" defTabSz="1511300">
            <a:lnSpc>
              <a:spcPct val="90000"/>
            </a:lnSpc>
            <a:spcBef>
              <a:spcPct val="0"/>
            </a:spcBef>
            <a:spcAft>
              <a:spcPct val="35000"/>
            </a:spcAft>
            <a:buNone/>
          </a:pPr>
          <a:endParaRPr lang="en-US" sz="3400" kern="1200" dirty="0"/>
        </a:p>
      </dsp:txBody>
      <dsp:txXfrm>
        <a:off x="1418829" y="5124167"/>
        <a:ext cx="1606379" cy="453936"/>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11/layout/ThemePictureAccent">
  <dgm:title val="Theme Picture Accent"/>
  <dgm:desc val="Use to show a group of pictures with the first picture being centered and the largest. Can contain up to six Level 1 pictures. Unused pictures do not appear, but remain available if you switch layouts.  Works best with small amounts of text."/>
  <dgm:catLst>
    <dgm:cat type="picture" pri="13250"/>
    <dgm:cat type="officeonline" pri="4000"/>
  </dgm:catLst>
  <dgm:sampData>
    <dgm:dataModel>
      <dgm:ptLst>
        <dgm:pt modelId="0" type="doc"/>
        <dgm:pt modelId="10">
          <dgm:prSet phldr="1"/>
        </dgm:pt>
        <dgm:pt modelId="20">
          <dgm:prSet phldr="1"/>
        </dgm:pt>
        <dgm:pt modelId="30">
          <dgm:prSet phldr="1"/>
        </dgm:pt>
        <dgm:pt modelId="40">
          <dgm:prSet phldr="1"/>
        </dgm:pt>
        <dgm:pt modelId="50">
          <dgm:prSet phldr="1"/>
        </dgm:pt>
        <dgm:pt modelId="60">
          <dgm:prSet phldr="1"/>
        </dgm:pt>
      </dgm:ptLst>
      <dgm:cxnLst>
        <dgm:cxn modelId="70" srcId="0" destId="10" srcOrd="0" destOrd="0"/>
        <dgm:cxn modelId="80" srcId="0" destId="20" srcOrd="1" destOrd="0"/>
        <dgm:cxn modelId="90" srcId="0" destId="30" srcOrd="2" destOrd="0"/>
        <dgm:cxn modelId="100" srcId="0" destId="40" srcOrd="3" destOrd="0"/>
        <dgm:cxn modelId="110" srcId="0" destId="50" srcOrd="4" destOrd="0"/>
        <dgm:cxn modelId="120" srcId="0" destId="60" srcOrd="5"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6"/>
      <dgm:chPref val="6"/>
      <dgm:dir/>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62"/>
            </dgm:alg>
            <dgm:constrLst>
              <dgm:constr type="primFontSz" for="des" forName="Text1" val="65"/>
              <dgm:constr type="l" for="ch" forName="Image1" refType="w" fact="0"/>
              <dgm:constr type="t" for="ch" forName="Image1" refType="h" fact="0"/>
              <dgm:constr type="w" for="ch" forName="Image1" refType="w"/>
              <dgm:constr type="h" for="ch" forName="Image1" refType="h"/>
              <dgm:constr type="l" for="ch" forName="Accent1" refType="w" fact="0.0491"/>
              <dgm:constr type="t" for="ch" forName="Accent1" refType="h" fact="0.0756"/>
              <dgm:constr type="w" for="ch" forName="Accent1" refType="w" fact="0.9035"/>
              <dgm:constr type="h" for="ch" forName="Accent1" refType="h" fact="0.8429"/>
              <dgm:constr type="l" for="ch" forName="Text1" refType="w" fact="0.0491"/>
              <dgm:constr type="t" for="ch" forName="Text1" refType="h" fact="0.6654"/>
              <dgm:constr type="w" for="ch" forName="Text1" refType="w" fact="0.9035"/>
              <dgm:constr type="h" for="ch" forName="Text1" refType="h" fact="0.2548"/>
            </dgm:constrLst>
          </dgm:if>
          <dgm:if name="Name5" axis="ch" ptType="node" func="cnt" op="equ" val="2">
            <dgm:alg type="composite">
              <dgm:param type="ar" val="0.9528"/>
            </dgm:alg>
            <dgm:constrLst>
              <dgm:constr type="primFontSz" for="des" forName="Text1" val="65"/>
              <dgm:constr type="primFontSz" for="des" forName="Text2" refType="primFontSz" refFor="des" refForName="Text1" op="equ"/>
              <dgm:constr type="l" for="ch" forName="Image1" refType="w" fact="0"/>
              <dgm:constr type="t" for="ch" forName="Image1" refType="h" fact="0.4119"/>
              <dgm:constr type="w" for="ch" forName="Image1" refType="w" fact="0.997"/>
              <dgm:constr type="h" for="ch" forName="Image1" refType="h" fact="0.5881"/>
              <dgm:constr type="l" for="ch" forName="Accent1" refType="w" fact="0.049"/>
              <dgm:constr type="t" for="ch" forName="Accent1" refType="h" fact="0.4563"/>
              <dgm:constr type="w" for="ch" forName="Accent1" refType="w" fact="0.9008"/>
              <dgm:constr type="h" for="ch" forName="Accent1" refType="h" fact="0.4958"/>
              <dgm:constr type="l" for="ch" forName="Image2" refType="w" fact="0.6099"/>
              <dgm:constr type="t" for="ch" forName="Image2" refType="h" fact="0"/>
              <dgm:constr type="w" for="ch" forName="Image2" refType="w" fact="0.3901"/>
              <dgm:constr type="h" for="ch" forName="Image2" refType="h" fact="0.3806"/>
              <dgm:constr type="l" for="ch" forName="Accent2" refType="w" fact="0.6338"/>
              <dgm:constr type="t" for="ch" forName="Accent2" refType="h" fact="0.0231"/>
              <dgm:constr type="w" for="ch" forName="Accent2" refType="w" fact="0.3418"/>
              <dgm:constr type="h" for="ch" forName="Accent2" refType="h" fact="0.3343"/>
              <dgm:constr type="l" for="ch" forName="Text1" refType="w" fact="0.049"/>
              <dgm:constr type="t" for="ch" forName="Text1" refType="h" fact="0.8032"/>
              <dgm:constr type="w" for="ch" forName="Text1" refType="w" fact="0.9008"/>
              <dgm:constr type="h" for="ch" forName="Text1" refType="h" fact="0.1499"/>
              <dgm:constr type="l" for="ch" forName="Text2" refType="w" fact="0.6335"/>
              <dgm:constr type="t" for="ch" forName="Text2" refType="h" fact="0.2575"/>
              <dgm:constr type="w" for="ch" forName="Text2" refType="w" fact="0.3418"/>
              <dgm:constr type="h" for="ch" forName="Text2" refType="h" fact="0.0999"/>
            </dgm:constrLst>
          </dgm:if>
          <dgm:if name="Name6" axis="ch" ptType="node" func="cnt" op="equ" val="3">
            <dgm:alg type="composite">
              <dgm:param type="ar" val="1.4351"/>
            </dgm:alg>
            <dgm:constrLst>
              <dgm:constr type="primFontSz" for="des" forName="Text1" val="65"/>
              <dgm:constr type="primFontSz" for="des" forName="Text2" refType="primFontSz" refFor="des" refForName="Text1" op="equ"/>
              <dgm:constr type="primFontSz" for="des" forName="Text3" refType="primFontSz" refFor="des" refForName="Text1" op="equ"/>
              <dgm:constr type="l" for="ch" forName="Image1" refType="w" fact="0"/>
              <dgm:constr type="t" for="ch" forName="Image1" refType="h" fact="0.4119"/>
              <dgm:constr type="w" for="ch" forName="Image1" refType="w" fact="0.6627"/>
              <dgm:constr type="h" for="ch" forName="Image1" refType="h" fact="0.5881"/>
              <dgm:constr type="l" for="ch" forName="Accent1" refType="w" fact="0.0326"/>
              <dgm:constr type="t" for="ch" forName="Accent1" refType="h" fact="0.4563"/>
              <dgm:constr type="w" for="ch" forName="Accent1" refType="w" fact="0.5988"/>
              <dgm:constr type="h" for="ch" forName="Accent1" refType="h" fact="0.4958"/>
              <dgm:constr type="l" for="ch" forName="Image3" refType="w" fact="0.6846"/>
              <dgm:constr type="t" for="ch" forName="Image3" refType="h" fact="0.6397"/>
              <dgm:constr type="w" for="ch" forName="Image3" refType="w" fact="0.3154"/>
              <dgm:constr type="h" for="ch" forName="Image3" refType="h" fact="0.2805"/>
              <dgm:constr type="l" for="ch" forName="Accent3" refType="w" fact="0.7006"/>
              <dgm:constr type="t" for="ch" forName="Accent3" refType="h" fact="0.6629"/>
              <dgm:constr type="w" for="ch" forName="Accent3" refType="w" fact="0.2833"/>
              <dgm:constr type="h" for="ch" forName="Accent3" refType="h" fact="0.2344"/>
              <dgm:constr type="l" for="ch" forName="Image2" refType="w" fact="0.4054"/>
              <dgm:constr type="t" for="ch" forName="Image2" refType="h" fact="0"/>
              <dgm:constr type="w" for="ch" forName="Image2" refType="w" fact="0.2593"/>
              <dgm:constr type="h" for="ch" forName="Image2" refType="h" fact="0.3806"/>
              <dgm:constr type="l" for="ch" forName="Accent2" refType="w" fact="0.4213"/>
              <dgm:constr type="t" for="ch" forName="Accent2" refType="h" fact="0.0231"/>
              <dgm:constr type="w" for="ch" forName="Accent2" refType="w" fact="0.2272"/>
              <dgm:constr type="h" for="ch" forName="Accent2" refType="h" fact="0.3343"/>
              <dgm:constr type="l" for="ch" forName="Text1" refType="w" fact="0.0326"/>
              <dgm:constr type="t" for="ch" forName="Text1" refType="h" fact="0.8032"/>
              <dgm:constr type="w" for="ch" forName="Text1" refType="w" fact="0.5988"/>
              <dgm:constr type="h" for="ch" forName="Text1" refType="h" fact="0.1499"/>
              <dgm:constr type="l" for="ch" forName="Text2" refType="w" fact="0.4211"/>
              <dgm:constr type="t" for="ch" forName="Text2" refType="h" fact="0.2575"/>
              <dgm:constr type="w" for="ch" forName="Text2" refType="w" fact="0.2272"/>
              <dgm:constr type="h" for="ch" forName="Text2" refType="h" fact="0.0999"/>
              <dgm:constr type="l" for="ch" forName="Text3" refType="w" fact="0.7006"/>
              <dgm:constr type="t" for="ch" forName="Text3" refType="h" fact="0.7974"/>
              <dgm:constr type="w" for="ch" forName="Text3" refType="w" fact="0.2833"/>
              <dgm:constr type="h" for="ch" forName="Text3" refType="h" fact="0.0999"/>
            </dgm:constrLst>
          </dgm:if>
          <dgm:if name="Name7" axis="ch" ptType="node" func="cnt" op="equ" val="4">
            <dgm:alg type="composite">
              <dgm:param type="ar" val="1.6922"/>
            </dgm:alg>
            <dgm:constrLst>
              <dgm:constr type="primFontSz" for="des" forName="Text1" val="65"/>
              <dgm:constr type="primFontSz" for="des" forName="Text2" refType="primFontSz" refFor="des" refForName="Text1" op="equ"/>
              <dgm:constr type="primFontSz" for="des" forName="Text3" refType="primFontSz" refFor="des" refForName="Text1" op="equ"/>
              <dgm:constr type="primFontSz" for="des" forName="Text4" refType="primFontSz" refFor="des" refForName="Text1" op="equ"/>
              <dgm:constr type="l" for="ch" forName="Image1" refType="w" fact="0.1498"/>
              <dgm:constr type="t" for="ch" forName="Image1" refType="h" fact="0.4119"/>
              <dgm:constr type="w" for="ch" forName="Image1" refType="w" fact="0.5634"/>
              <dgm:constr type="h" for="ch" forName="Image1" refType="h" fact="0.5881"/>
              <dgm:constr type="l" for="ch" forName="Accent1" refType="w" fact="0.1774"/>
              <dgm:constr type="t" for="ch" forName="Accent1" refType="h" fact="0.4563"/>
              <dgm:constr type="w" for="ch" forName="Accent1" refType="w" fact="0.5091"/>
              <dgm:constr type="h" for="ch" forName="Accent1" refType="h" fact="0.4958"/>
              <dgm:constr type="l" for="ch" forName="Image4" refType="w" fact="0"/>
              <dgm:constr type="t" for="ch" forName="Image4" refType="h" fact="0.7601"/>
              <dgm:constr type="w" for="ch" forName="Image4" refType="w" fact="0.1316"/>
              <dgm:constr type="h" for="ch" forName="Image4" refType="h" fact="0.2262"/>
              <dgm:constr type="l" for="ch" forName="Accent4" refType="w" fact="0.0136"/>
              <dgm:constr type="t" for="ch" forName="Accent4" refType="h" fact="0.7839"/>
              <dgm:constr type="w" for="ch" forName="Accent4" refType="w" fact="0.1045"/>
              <dgm:constr type="h" for="ch" forName="Accent4" refType="h" fact="0.1806"/>
              <dgm:constr type="l" for="ch" forName="Image3" refType="w" fact="0.7318"/>
              <dgm:constr type="t" for="ch" forName="Image3" refType="h" fact="0.6397"/>
              <dgm:constr type="w" for="ch" forName="Image3" refType="w" fact="0.2682"/>
              <dgm:constr type="h" for="ch" forName="Image3" refType="h" fact="0.2805"/>
              <dgm:constr type="l" for="ch" forName="Accent3" refType="w" fact="0.7455"/>
              <dgm:constr type="t" for="ch" forName="Accent3" refType="h" fact="0.6629"/>
              <dgm:constr type="w" for="ch" forName="Accent3" refType="w" fact="0.2409"/>
              <dgm:constr type="h" for="ch" forName="Accent3" refType="h" fact="0.2344"/>
              <dgm:constr type="l" for="ch" forName="Image2" refType="w" fact="0.4944"/>
              <dgm:constr type="t" for="ch" forName="Image2" refType="h" fact="0"/>
              <dgm:constr type="w" for="ch" forName="Image2" refType="w" fact="0.2205"/>
              <dgm:constr type="h" for="ch" forName="Image2" refType="h" fact="0.3806"/>
              <dgm:constr type="l" for="ch" forName="Accent2" refType="w" fact="0.508"/>
              <dgm:constr type="t" for="ch" forName="Accent2" refType="h" fact="0.0231"/>
              <dgm:constr type="w" for="ch" forName="Accent2" refType="w" fact="0.1932"/>
              <dgm:constr type="h" for="ch" forName="Accent2" refType="h" fact="0.3343"/>
              <dgm:constr type="l" for="ch" forName="Text1" refType="w" fact="0.1774"/>
              <dgm:constr type="t" for="ch" forName="Text1" refType="h" fact="0.8032"/>
              <dgm:constr type="w" for="ch" forName="Text1" refType="w" fact="0.5091"/>
              <dgm:constr type="h" for="ch" forName="Text1" refType="h" fact="0.1499"/>
              <dgm:constr type="l" for="ch" forName="Text2" refType="w" fact="0.5078"/>
              <dgm:constr type="t" for="ch" forName="Text2" refType="h" fact="0.2575"/>
              <dgm:constr type="w" for="ch" forName="Text2" refType="w" fact="0.1932"/>
              <dgm:constr type="h" for="ch" forName="Text2" refType="h" fact="0.0999"/>
              <dgm:constr type="l" for="ch" forName="Text3" refType="w" fact="0.7455"/>
              <dgm:constr type="t" for="ch" forName="Text3" refType="h" fact="0.7974"/>
              <dgm:constr type="w" for="ch" forName="Text3" refType="w" fact="0.2409"/>
              <dgm:constr type="h" for="ch" forName="Text3" refType="h" fact="0.0999"/>
              <dgm:constr type="l" for="ch" forName="Text4" refType="w" fact="0.0136"/>
              <dgm:constr type="t" for="ch" forName="Text4" refType="h" fact="0.8647"/>
              <dgm:constr type="w" for="ch" forName="Text4" refType="w" fact="0.1045"/>
              <dgm:constr type="h" for="ch" forName="Text4" refType="h" fact="0.0999"/>
            </dgm:constrLst>
          </dgm:if>
          <dgm:if name="Name8" axis="ch" ptType="node" func="cnt" op="equ" val="5">
            <dgm:alg type="composite">
              <dgm:param type="ar" val="1.1999"/>
            </dgm:alg>
            <dgm:constrLst>
              <dgm:constr type="primFontSz" for="des" forName="Text1" val="65"/>
              <dgm:constr type="primFontSz" for="des" forName="Text2" refType="primFontSz" refFor="des" refForName="Text1" op="equ"/>
              <dgm:constr type="primFontSz" for="des" forName="Text3" refType="primFontSz" refFor="des" refForName="Text1" op="equ"/>
              <dgm:constr type="primFontSz" for="des" forName="Text4" refType="primFontSz" refFor="des" refForName="Text1" op="equ"/>
              <dgm:constr type="primFontSz" for="des" forName="Text5" refType="primFontSz" refFor="des" refForName="Text1" op="equ"/>
              <dgm:constr type="l" for="ch" forName="Image1" refType="w" fact="0.1498"/>
              <dgm:constr type="t" for="ch" forName="Image1" refType="h" fact="0.2921"/>
              <dgm:constr type="w" for="ch" forName="Image1" refType="w" fact="0.5634"/>
              <dgm:constr type="h" for="ch" forName="Image1" refType="h" fact="0.417"/>
              <dgm:constr type="l" for="ch" forName="Accent1" refType="w" fact="0.1774"/>
              <dgm:constr type="t" for="ch" forName="Accent1" refType="h" fact="0.3236"/>
              <dgm:constr type="w" for="ch" forName="Accent1" refType="w" fact="0.5091"/>
              <dgm:constr type="h" for="ch" forName="Accent1" refType="h" fact="0.3515"/>
              <dgm:constr type="l" for="ch" forName="Image4" refType="w" fact="0"/>
              <dgm:constr type="t" for="ch" forName="Image4" refType="h" fact="0.539"/>
              <dgm:constr type="w" for="ch" forName="Image4" refType="w" fact="0.1316"/>
              <dgm:constr type="h" for="ch" forName="Image4" refType="h" fact="0.1604"/>
              <dgm:constr type="l" for="ch" forName="Accent4" refType="w" fact="0.0136"/>
              <dgm:constr type="t" for="ch" forName="Accent4" refType="h" fact="0.5559"/>
              <dgm:constr type="w" for="ch" forName="Accent4" refType="w" fact="0.1045"/>
              <dgm:constr type="h" for="ch" forName="Accent4" refType="h" fact="0.1281"/>
              <dgm:constr type="l" for="ch" forName="Image5" refType="w" fact="0.6287"/>
              <dgm:constr type="t" for="ch" forName="Image5" refType="h" fact="0.7301"/>
              <dgm:constr type="w" for="ch" forName="Image5" refType="w" fact="0.2318"/>
              <dgm:constr type="h" for="ch" forName="Image5" refType="h" fact="0.2699"/>
              <dgm:constr type="l" for="ch" forName="Accent5" refType="w" fact="0.642"/>
              <dgm:constr type="t" for="ch" forName="Accent5" refType="h" fact="0.7467"/>
              <dgm:constr type="w" for="ch" forName="Accent5" refType="w" fact="0.2045"/>
              <dgm:constr type="h" for="ch" forName="Accent5" refType="h" fact="0.2371"/>
              <dgm:constr type="l" for="ch" forName="Image3" refType="w" fact="0.7318"/>
              <dgm:constr type="t" for="ch" forName="Image3" refType="h" fact="0.4536"/>
              <dgm:constr type="w" for="ch" forName="Image3" refType="w" fact="0.2682"/>
              <dgm:constr type="h" for="ch" forName="Image3" refType="h" fact="0.1989"/>
              <dgm:constr type="l" for="ch" forName="Accent3" refType="w" fact="0.7455"/>
              <dgm:constr type="t" for="ch" forName="Accent3" refType="h" fact="0.4701"/>
              <dgm:constr type="w" for="ch" forName="Accent3" refType="w" fact="0.2409"/>
              <dgm:constr type="h" for="ch" forName="Accent3" refType="h" fact="0.1662"/>
              <dgm:constr type="l" for="ch" forName="Image2" refType="w" fact="0.4944"/>
              <dgm:constr type="t" for="ch" forName="Image2" refType="h" fact="0"/>
              <dgm:constr type="w" for="ch" forName="Image2" refType="w" fact="0.2205"/>
              <dgm:constr type="h" for="ch" forName="Image2" refType="h" fact="0.2699"/>
              <dgm:constr type="l" for="ch" forName="Accent2" refType="w" fact="0.508"/>
              <dgm:constr type="t" for="ch" forName="Accent2" refType="h" fact="0.0164"/>
              <dgm:constr type="w" for="ch" forName="Accent2" refType="w" fact="0.1932"/>
              <dgm:constr type="h" for="ch" forName="Accent2" refType="h" fact="0.2371"/>
              <dgm:constr type="l" for="ch" forName="Text1" refType="w" fact="0.1774"/>
              <dgm:constr type="t" for="ch" forName="Text1" refType="h" fact="0.5695"/>
              <dgm:constr type="w" for="ch" forName="Text1" refType="w" fact="0.5091"/>
              <dgm:constr type="h" for="ch" forName="Text1" refType="h" fact="0.1063"/>
              <dgm:constr type="l" for="ch" forName="Text2" refType="w" fact="0.5078"/>
              <dgm:constr type="t" for="ch" forName="Text2" refType="h" fact="0.1826"/>
              <dgm:constr type="w" for="ch" forName="Text2" refType="w" fact="0.1932"/>
              <dgm:constr type="h" for="ch" forName="Text2" refType="h" fact="0.0709"/>
              <dgm:constr type="l" for="ch" forName="Text3" refType="w" fact="0.7455"/>
              <dgm:constr type="t" for="ch" forName="Text3" refType="h" fact="0.5655"/>
              <dgm:constr type="w" for="ch" forName="Text3" refType="w" fact="0.2409"/>
              <dgm:constr type="h" for="ch" forName="Text3" refType="h" fact="0.0709"/>
              <dgm:constr type="l" for="ch" forName="Text5" refType="w" fact="0.642"/>
              <dgm:constr type="t" for="ch" forName="Text5" refType="h" fact="0.9129"/>
              <dgm:constr type="w" for="ch" forName="Text5" refType="w" fact="0.2045"/>
              <dgm:constr type="h" for="ch" forName="Text5" refType="h" fact="0.0709"/>
              <dgm:constr type="l" for="ch" forName="Text4" refType="w" fact="0.0136"/>
              <dgm:constr type="t" for="ch" forName="Text4" refType="h" fact="0.6132"/>
              <dgm:constr type="w" for="ch" forName="Text4" refType="w" fact="0.1045"/>
              <dgm:constr type="h" for="ch" forName="Text4" refType="h" fact="0.0709"/>
            </dgm:constrLst>
          </dgm:if>
          <dgm:else name="Name9">
            <dgm:alg type="composite">
              <dgm:param type="ar" val="1.1999"/>
            </dgm:alg>
            <dgm:constrLst>
              <dgm:constr type="primFontSz" for="des" forName="Text1" val="65"/>
              <dgm:constr type="primFontSz" for="des" forName="Text2" refType="primFontSz" refFor="des" refForName="Text1" op="equ"/>
              <dgm:constr type="primFontSz" for="des" forName="Text3" refType="primFontSz" refFor="des" refForName="Text1" op="equ"/>
              <dgm:constr type="primFontSz" for="des" forName="Text4" refType="primFontSz" refFor="des" refForName="Text1" op="equ"/>
              <dgm:constr type="primFontSz" for="des" forName="Text5" refType="primFontSz" refFor="des" refForName="Text1" op="equ"/>
              <dgm:constr type="primFontSz" for="des" forName="Text6" refType="primFontSz" refFor="des" refForName="Text1" op="equ"/>
              <dgm:constr type="l" for="ch" forName="Image1" refType="w" fact="0.1498"/>
              <dgm:constr type="t" for="ch" forName="Image1" refType="h" fact="0.2921"/>
              <dgm:constr type="w" for="ch" forName="Image1" refType="w" fact="0.5634"/>
              <dgm:constr type="h" for="ch" forName="Image1" refType="h" fact="0.417"/>
              <dgm:constr type="l" for="ch" forName="Accent1" refType="w" fact="0.1774"/>
              <dgm:constr type="t" for="ch" forName="Accent1" refType="h" fact="0.3236"/>
              <dgm:constr type="w" for="ch" forName="Accent1" refType="w" fact="0.5091"/>
              <dgm:constr type="h" for="ch" forName="Accent1" refType="h" fact="0.3515"/>
              <dgm:constr type="l" for="ch" forName="Image4" refType="w" fact="0"/>
              <dgm:constr type="t" for="ch" forName="Image4" refType="h" fact="0.539"/>
              <dgm:constr type="w" for="ch" forName="Image4" refType="w" fact="0.1316"/>
              <dgm:constr type="h" for="ch" forName="Image4" refType="h" fact="0.1604"/>
              <dgm:constr type="l" for="ch" forName="Accent4" refType="w" fact="0.0136"/>
              <dgm:constr type="t" for="ch" forName="Accent4" refType="h" fact="0.5559"/>
              <dgm:constr type="w" for="ch" forName="Accent4" refType="w" fact="0.1045"/>
              <dgm:constr type="h" for="ch" forName="Accent4" refType="h" fact="0.1281"/>
              <dgm:constr type="l" for="ch" forName="Image5" refType="w" fact="0.6287"/>
              <dgm:constr type="t" for="ch" forName="Image5" refType="h" fact="0.7301"/>
              <dgm:constr type="w" for="ch" forName="Image5" refType="w" fact="0.2318"/>
              <dgm:constr type="h" for="ch" forName="Image5" refType="h" fact="0.2699"/>
              <dgm:constr type="l" for="ch" forName="Accent5" refType="w" fact="0.642"/>
              <dgm:constr type="t" for="ch" forName="Accent5" refType="h" fact="0.7467"/>
              <dgm:constr type="w" for="ch" forName="Accent5" refType="w" fact="0.2045"/>
              <dgm:constr type="h" for="ch" forName="Accent5" refType="h" fact="0.2371"/>
              <dgm:constr type="l" for="ch" forName="Image3" refType="w" fact="0.7318"/>
              <dgm:constr type="t" for="ch" forName="Image3" refType="h" fact="0.4536"/>
              <dgm:constr type="w" for="ch" forName="Image3" refType="w" fact="0.2682"/>
              <dgm:constr type="h" for="ch" forName="Image3" refType="h" fact="0.1989"/>
              <dgm:constr type="l" for="ch" forName="Accent3" refType="w" fact="0.7455"/>
              <dgm:constr type="t" for="ch" forName="Accent3" refType="h" fact="0.4701"/>
              <dgm:constr type="w" for="ch" forName="Accent3" refType="w" fact="0.2409"/>
              <dgm:constr type="h" for="ch" forName="Accent3" refType="h" fact="0.1662"/>
              <dgm:constr type="l" for="ch" forName="Image2" refType="w" fact="0.4944"/>
              <dgm:constr type="t" for="ch" forName="Image2" refType="h" fact="0"/>
              <dgm:constr type="w" for="ch" forName="Image2" refType="w" fact="0.2205"/>
              <dgm:constr type="h" for="ch" forName="Image2" refType="h" fact="0.2699"/>
              <dgm:constr type="l" for="ch" forName="Accent2" refType="w" fact="0.508"/>
              <dgm:constr type="t" for="ch" forName="Accent2" refType="h" fact="0.0164"/>
              <dgm:constr type="w" for="ch" forName="Accent2" refType="w" fact="0.1932"/>
              <dgm:constr type="h" for="ch" forName="Accent2" refType="h" fact="0.2371"/>
              <dgm:constr type="l" for="ch" forName="Text1" refType="w" fact="0.1774"/>
              <dgm:constr type="t" for="ch" forName="Text1" refType="h" fact="0.5695"/>
              <dgm:constr type="w" for="ch" forName="Text1" refType="w" fact="0.5091"/>
              <dgm:constr type="h" for="ch" forName="Text1" refType="h" fact="0.1063"/>
              <dgm:constr type="l" for="ch" forName="Image6" refType="w" fact="0.151"/>
              <dgm:constr type="t" for="ch" forName="Image6" refType="h" fact="0.7301"/>
              <dgm:constr type="w" for="ch" forName="Image6" refType="w" fact="0.2361"/>
              <dgm:constr type="h" for="ch" forName="Image6" refType="h" fact="0.1604"/>
              <dgm:constr type="l" for="ch" forName="Accent6" refType="w" fact="0.1648"/>
              <dgm:constr type="t" for="ch" forName="Accent6" refType="h" fact="0.7467"/>
              <dgm:constr type="w" for="ch" forName="Accent6" refType="w" fact="0.2091"/>
              <dgm:constr type="h" for="ch" forName="Accent6" refType="h" fact="0.1281"/>
              <dgm:constr type="l" for="ch" forName="Text2" refType="w" fact="0.5078"/>
              <dgm:constr type="t" for="ch" forName="Text2" refType="h" fact="0.1826"/>
              <dgm:constr type="w" for="ch" forName="Text2" refType="w" fact="0.1932"/>
              <dgm:constr type="h" for="ch" forName="Text2" refType="h" fact="0.0709"/>
              <dgm:constr type="l" for="ch" forName="Text3" refType="w" fact="0.7455"/>
              <dgm:constr type="t" for="ch" forName="Text3" refType="h" fact="0.5655"/>
              <dgm:constr type="w" for="ch" forName="Text3" refType="w" fact="0.2409"/>
              <dgm:constr type="h" for="ch" forName="Text3" refType="h" fact="0.0709"/>
              <dgm:constr type="l" for="ch" forName="Text5" refType="w" fact="0.642"/>
              <dgm:constr type="t" for="ch" forName="Text5" refType="h" fact="0.9129"/>
              <dgm:constr type="w" for="ch" forName="Text5" refType="w" fact="0.2045"/>
              <dgm:constr type="h" for="ch" forName="Text5" refType="h" fact="0.0709"/>
              <dgm:constr type="l" for="ch" forName="Text6" refType="w" fact="0.1648"/>
              <dgm:constr type="t" for="ch" forName="Text6" refType="h" fact="0.8039"/>
              <dgm:constr type="w" for="ch" forName="Text6" refType="w" fact="0.2091"/>
              <dgm:constr type="h" for="ch" forName="Text6" refType="h" fact="0.0709"/>
              <dgm:constr type="l" for="ch" forName="Text4" refType="w" fact="0.0136"/>
              <dgm:constr type="t" for="ch" forName="Text4" refType="h" fact="0.6132"/>
              <dgm:constr type="w" for="ch" forName="Text4" refType="w" fact="0.1045"/>
              <dgm:constr type="h" for="ch" forName="Text4" refType="h" fact="0.0709"/>
            </dgm:constrLst>
          </dgm:else>
        </dgm:choose>
      </dgm:if>
      <dgm:else name="Name10">
        <dgm:choose name="Name11">
          <dgm:if name="Name12" axis="ch" ptType="node" func="cnt" op="equ" val="1">
            <dgm:alg type="composite">
              <dgm:param type="ar" val="1.62"/>
            </dgm:alg>
            <dgm:constrLst>
              <dgm:constr type="primFontSz" for="des" forName="Text1" val="65"/>
              <dgm:constr type="l" for="ch" forName="Image1" refType="w" fact="0"/>
              <dgm:constr type="t" for="ch" forName="Image1" refType="h" fact="0"/>
              <dgm:constr type="w" for="ch" forName="Image1" refType="w"/>
              <dgm:constr type="h" for="ch" forName="Image1" refType="h"/>
              <dgm:constr type="l" for="ch" forName="Accent1" refType="w" fact="0.0491"/>
              <dgm:constr type="t" for="ch" forName="Accent1" refType="h" fact="0.0756"/>
              <dgm:constr type="w" for="ch" forName="Accent1" refType="w" fact="0.9035"/>
              <dgm:constr type="h" for="ch" forName="Accent1" refType="h" fact="0.8429"/>
              <dgm:constr type="l" for="ch" forName="Text1" refType="w" fact="0.0491"/>
              <dgm:constr type="t" for="ch" forName="Text1" refType="h" fact="0.6654"/>
              <dgm:constr type="w" for="ch" forName="Text1" refType="w" fact="0.9035"/>
              <dgm:constr type="h" for="ch" forName="Text1" refType="h" fact="0.2548"/>
            </dgm:constrLst>
          </dgm:if>
          <dgm:if name="Name13" axis="ch" ptType="node" func="cnt" op="equ" val="2">
            <dgm:alg type="composite">
              <dgm:param type="ar" val="0.9528"/>
            </dgm:alg>
            <dgm:constrLst>
              <dgm:constr type="primFontSz" for="des" forName="Text1" val="65"/>
              <dgm:constr type="primFontSz" for="des" forName="Text2" refType="primFontSz" refFor="des" refForName="Text1" op="equ"/>
              <dgm:constr type="r" for="ch" forName="Image1" refType="w"/>
              <dgm:constr type="t" for="ch" forName="Image1" refType="h" fact="0.4119"/>
              <dgm:constr type="w" for="ch" forName="Image1" refType="w" fact="0.997"/>
              <dgm:constr type="h" for="ch" forName="Image1" refType="h" fact="0.5881"/>
              <dgm:constr type="r" for="ch" forName="Accent1" refType="w" fact="0.951"/>
              <dgm:constr type="t" for="ch" forName="Accent1" refType="h" fact="0.4563"/>
              <dgm:constr type="w" for="ch" forName="Accent1" refType="w" fact="0.9008"/>
              <dgm:constr type="h" for="ch" forName="Accent1" refType="h" fact="0.4958"/>
              <dgm:constr type="r" for="ch" forName="Image2" refType="w" fact="0.3901"/>
              <dgm:constr type="t" for="ch" forName="Image2" refType="h" fact="0"/>
              <dgm:constr type="w" for="ch" forName="Image2" refType="w" fact="0.3901"/>
              <dgm:constr type="h" for="ch" forName="Image2" refType="h" fact="0.3806"/>
              <dgm:constr type="r" for="ch" forName="Accent2" refType="w" fact="0.3662"/>
              <dgm:constr type="t" for="ch" forName="Accent2" refType="h" fact="0.0231"/>
              <dgm:constr type="w" for="ch" forName="Accent2" refType="w" fact="0.3418"/>
              <dgm:constr type="h" for="ch" forName="Accent2" refType="h" fact="0.3343"/>
              <dgm:constr type="r" for="ch" forName="Text1" refType="w" fact="0.951"/>
              <dgm:constr type="t" for="ch" forName="Text1" refType="h" fact="0.8032"/>
              <dgm:constr type="w" for="ch" forName="Text1" refType="w" fact="0.9008"/>
              <dgm:constr type="h" for="ch" forName="Text1" refType="h" fact="0.1499"/>
              <dgm:constr type="r" for="ch" forName="Text2" refType="w" fact="0.3665"/>
              <dgm:constr type="t" for="ch" forName="Text2" refType="h" fact="0.2575"/>
              <dgm:constr type="w" for="ch" forName="Text2" refType="w" fact="0.3418"/>
              <dgm:constr type="h" for="ch" forName="Text2" refType="h" fact="0.0999"/>
            </dgm:constrLst>
          </dgm:if>
          <dgm:if name="Name14" axis="ch" ptType="node" func="cnt" op="equ" val="3">
            <dgm:alg type="composite">
              <dgm:param type="ar" val="1.4351"/>
            </dgm:alg>
            <dgm:constrLst>
              <dgm:constr type="primFontSz" for="des" forName="Text1" val="65"/>
              <dgm:constr type="primFontSz" for="des" forName="Text2" refType="primFontSz" refFor="des" refForName="Text1" op="equ"/>
              <dgm:constr type="primFontSz" for="des" forName="Text3" refType="primFontSz" refFor="des" refForName="Text1" op="equ"/>
              <dgm:constr type="r" for="ch" forName="Image1" refType="w"/>
              <dgm:constr type="t" for="ch" forName="Image1" refType="h" fact="0.4119"/>
              <dgm:constr type="w" for="ch" forName="Image1" refType="w" fact="0.6627"/>
              <dgm:constr type="h" for="ch" forName="Image1" refType="h" fact="0.5881"/>
              <dgm:constr type="r" for="ch" forName="Accent1" refType="w" fact="0.9674"/>
              <dgm:constr type="t" for="ch" forName="Accent1" refType="h" fact="0.4563"/>
              <dgm:constr type="w" for="ch" forName="Accent1" refType="w" fact="0.5988"/>
              <dgm:constr type="h" for="ch" forName="Accent1" refType="h" fact="0.4958"/>
              <dgm:constr type="r" for="ch" forName="Image3" refType="w" fact="0.3154"/>
              <dgm:constr type="t" for="ch" forName="Image3" refType="h" fact="0.6397"/>
              <dgm:constr type="w" for="ch" forName="Image3" refType="w" fact="0.3154"/>
              <dgm:constr type="h" for="ch" forName="Image3" refType="h" fact="0.2805"/>
              <dgm:constr type="r" for="ch" forName="Accent3" refType="w" fact="0.2994"/>
              <dgm:constr type="t" for="ch" forName="Accent3" refType="h" fact="0.6629"/>
              <dgm:constr type="w" for="ch" forName="Accent3" refType="w" fact="0.2833"/>
              <dgm:constr type="h" for="ch" forName="Accent3" refType="h" fact="0.2344"/>
              <dgm:constr type="r" for="ch" forName="Image2" refType="w" fact="0.5946"/>
              <dgm:constr type="t" for="ch" forName="Image2" refType="h" fact="0"/>
              <dgm:constr type="w" for="ch" forName="Image2" refType="w" fact="0.2593"/>
              <dgm:constr type="h" for="ch" forName="Image2" refType="h" fact="0.3806"/>
              <dgm:constr type="r" for="ch" forName="Accent2" refType="w" fact="0.5787"/>
              <dgm:constr type="t" for="ch" forName="Accent2" refType="h" fact="0.0231"/>
              <dgm:constr type="w" for="ch" forName="Accent2" refType="w" fact="0.2272"/>
              <dgm:constr type="h" for="ch" forName="Accent2" refType="h" fact="0.3343"/>
              <dgm:constr type="r" for="ch" forName="Text1" refType="w" fact="0.9674"/>
              <dgm:constr type="t" for="ch" forName="Text1" refType="h" fact="0.8032"/>
              <dgm:constr type="w" for="ch" forName="Text1" refType="w" fact="0.5988"/>
              <dgm:constr type="h" for="ch" forName="Text1" refType="h" fact="0.1499"/>
              <dgm:constr type="r" for="ch" forName="Text2" refType="w" fact="0.5789"/>
              <dgm:constr type="t" for="ch" forName="Text2" refType="h" fact="0.2575"/>
              <dgm:constr type="w" for="ch" forName="Text2" refType="w" fact="0.2272"/>
              <dgm:constr type="h" for="ch" forName="Text2" refType="h" fact="0.0999"/>
              <dgm:constr type="r" for="ch" forName="Text3" refType="w" fact="0.2994"/>
              <dgm:constr type="t" for="ch" forName="Text3" refType="h" fact="0.7974"/>
              <dgm:constr type="w" for="ch" forName="Text3" refType="w" fact="0.2833"/>
              <dgm:constr type="h" for="ch" forName="Text3" refType="h" fact="0.0999"/>
            </dgm:constrLst>
          </dgm:if>
          <dgm:if name="Name15" axis="ch" ptType="node" func="cnt" op="equ" val="4">
            <dgm:alg type="composite">
              <dgm:param type="ar" val="1.6922"/>
            </dgm:alg>
            <dgm:constrLst>
              <dgm:constr type="primFontSz" for="des" forName="Text1" val="65"/>
              <dgm:constr type="primFontSz" for="des" forName="Text2" refType="primFontSz" refFor="des" refForName="Text1" op="equ"/>
              <dgm:constr type="primFontSz" for="des" forName="Text3" refType="primFontSz" refFor="des" refForName="Text1" op="equ"/>
              <dgm:constr type="primFontSz" for="des" forName="Text4" refType="primFontSz" refFor="des" refForName="Text1" op="equ"/>
              <dgm:constr type="r" for="ch" forName="Image1" refType="w" fact="0.8502"/>
              <dgm:constr type="t" for="ch" forName="Image1" refType="h" fact="0.4119"/>
              <dgm:constr type="w" for="ch" forName="Image1" refType="w" fact="0.5634"/>
              <dgm:constr type="h" for="ch" forName="Image1" refType="h" fact="0.5881"/>
              <dgm:constr type="r" for="ch" forName="Accent1" refType="w" fact="0.8226"/>
              <dgm:constr type="t" for="ch" forName="Accent1" refType="h" fact="0.4563"/>
              <dgm:constr type="w" for="ch" forName="Accent1" refType="w" fact="0.5091"/>
              <dgm:constr type="h" for="ch" forName="Accent1" refType="h" fact="0.4958"/>
              <dgm:constr type="r" for="ch" forName="Image4" refType="w"/>
              <dgm:constr type="t" for="ch" forName="Image4" refType="h" fact="0.7601"/>
              <dgm:constr type="w" for="ch" forName="Image4" refType="w" fact="0.1316"/>
              <dgm:constr type="h" for="ch" forName="Image4" refType="h" fact="0.2262"/>
              <dgm:constr type="r" for="ch" forName="Accent4" refType="w" fact="0.9864"/>
              <dgm:constr type="t" for="ch" forName="Accent4" refType="h" fact="0.7839"/>
              <dgm:constr type="w" for="ch" forName="Accent4" refType="w" fact="0.1045"/>
              <dgm:constr type="h" for="ch" forName="Accent4" refType="h" fact="0.1806"/>
              <dgm:constr type="r" for="ch" forName="Image3" refType="w" fact="0.2682"/>
              <dgm:constr type="t" for="ch" forName="Image3" refType="h" fact="0.6397"/>
              <dgm:constr type="w" for="ch" forName="Image3" refType="w" fact="0.2682"/>
              <dgm:constr type="h" for="ch" forName="Image3" refType="h" fact="0.2805"/>
              <dgm:constr type="r" for="ch" forName="Accent3" refType="w" fact="0.2545"/>
              <dgm:constr type="t" for="ch" forName="Accent3" refType="h" fact="0.6629"/>
              <dgm:constr type="w" for="ch" forName="Accent3" refType="w" fact="0.2409"/>
              <dgm:constr type="h" for="ch" forName="Accent3" refType="h" fact="0.2344"/>
              <dgm:constr type="r" for="ch" forName="Image2" refType="w" fact="0.5056"/>
              <dgm:constr type="t" for="ch" forName="Image2" refType="h" fact="0"/>
              <dgm:constr type="w" for="ch" forName="Image2" refType="w" fact="0.2205"/>
              <dgm:constr type="h" for="ch" forName="Image2" refType="h" fact="0.3806"/>
              <dgm:constr type="r" for="ch" forName="Accent2" refType="w" fact="0.492"/>
              <dgm:constr type="t" for="ch" forName="Accent2" refType="h" fact="0.0231"/>
              <dgm:constr type="w" for="ch" forName="Accent2" refType="w" fact="0.1932"/>
              <dgm:constr type="h" for="ch" forName="Accent2" refType="h" fact="0.3343"/>
              <dgm:constr type="r" for="ch" forName="Text1" refType="w" fact="0.8226"/>
              <dgm:constr type="t" for="ch" forName="Text1" refType="h" fact="0.8032"/>
              <dgm:constr type="w" for="ch" forName="Text1" refType="w" fact="0.5091"/>
              <dgm:constr type="h" for="ch" forName="Text1" refType="h" fact="0.1499"/>
              <dgm:constr type="r" for="ch" forName="Text2" refType="w" fact="0.4922"/>
              <dgm:constr type="t" for="ch" forName="Text2" refType="h" fact="0.2575"/>
              <dgm:constr type="w" for="ch" forName="Text2" refType="w" fact="0.1932"/>
              <dgm:constr type="h" for="ch" forName="Text2" refType="h" fact="0.0999"/>
              <dgm:constr type="r" for="ch" forName="Text3" refType="w" fact="0.2545"/>
              <dgm:constr type="t" for="ch" forName="Text3" refType="h" fact="0.7974"/>
              <dgm:constr type="w" for="ch" forName="Text3" refType="w" fact="0.2409"/>
              <dgm:constr type="h" for="ch" forName="Text3" refType="h" fact="0.0999"/>
              <dgm:constr type="r" for="ch" forName="Text4" refType="w" fact="0.9864"/>
              <dgm:constr type="t" for="ch" forName="Text4" refType="h" fact="0.8647"/>
              <dgm:constr type="w" for="ch" forName="Text4" refType="w" fact="0.1045"/>
              <dgm:constr type="h" for="ch" forName="Text4" refType="h" fact="0.0999"/>
            </dgm:constrLst>
          </dgm:if>
          <dgm:if name="Name16" axis="ch" ptType="node" func="cnt" op="equ" val="5">
            <dgm:alg type="composite">
              <dgm:param type="ar" val="1.1999"/>
            </dgm:alg>
            <dgm:constrLst>
              <dgm:constr type="primFontSz" for="des" forName="Text1" val="65"/>
              <dgm:constr type="primFontSz" for="des" forName="Text2" refType="primFontSz" refFor="des" refForName="Text1" op="equ"/>
              <dgm:constr type="primFontSz" for="des" forName="Text3" refType="primFontSz" refFor="des" refForName="Text1" op="equ"/>
              <dgm:constr type="primFontSz" for="des" forName="Text4" refType="primFontSz" refFor="des" refForName="Text1" op="equ"/>
              <dgm:constr type="primFontSz" for="des" forName="Text5" refType="primFontSz" refFor="des" refForName="Text1" op="equ"/>
              <dgm:constr type="r" for="ch" forName="Image1" refType="w" fact="0.8502"/>
              <dgm:constr type="t" for="ch" forName="Image1" refType="h" fact="0.2921"/>
              <dgm:constr type="w" for="ch" forName="Image1" refType="w" fact="0.5634"/>
              <dgm:constr type="h" for="ch" forName="Image1" refType="h" fact="0.417"/>
              <dgm:constr type="r" for="ch" forName="Accent1" refType="w" fact="0.8226"/>
              <dgm:constr type="t" for="ch" forName="Accent1" refType="h" fact="0.3236"/>
              <dgm:constr type="w" for="ch" forName="Accent1" refType="w" fact="0.5091"/>
              <dgm:constr type="h" for="ch" forName="Accent1" refType="h" fact="0.3515"/>
              <dgm:constr type="r" for="ch" forName="Image4" refType="w"/>
              <dgm:constr type="t" for="ch" forName="Image4" refType="h" fact="0.539"/>
              <dgm:constr type="w" for="ch" forName="Image4" refType="w" fact="0.1316"/>
              <dgm:constr type="h" for="ch" forName="Image4" refType="h" fact="0.1604"/>
              <dgm:constr type="r" for="ch" forName="Accent4" refType="w" fact="0.9864"/>
              <dgm:constr type="t" for="ch" forName="Accent4" refType="h" fact="0.5559"/>
              <dgm:constr type="w" for="ch" forName="Accent4" refType="w" fact="0.1045"/>
              <dgm:constr type="h" for="ch" forName="Accent4" refType="h" fact="0.1281"/>
              <dgm:constr type="r" for="ch" forName="Image5" refType="w" fact="0.3723"/>
              <dgm:constr type="t" for="ch" forName="Image5" refType="h" fact="0.7301"/>
              <dgm:constr type="w" for="ch" forName="Image5" refType="w" fact="0.2318"/>
              <dgm:constr type="h" for="ch" forName="Image5" refType="h" fact="0.2699"/>
              <dgm:constr type="r" for="ch" forName="Accent5" refType="w" fact="0.358"/>
              <dgm:constr type="t" for="ch" forName="Accent5" refType="h" fact="0.7467"/>
              <dgm:constr type="w" for="ch" forName="Accent5" refType="w" fact="0.2045"/>
              <dgm:constr type="h" for="ch" forName="Accent5" refType="h" fact="0.2371"/>
              <dgm:constr type="r" for="ch" forName="Image3" refType="w" fact="0.2682"/>
              <dgm:constr type="t" for="ch" forName="Image3" refType="h" fact="0.4536"/>
              <dgm:constr type="w" for="ch" forName="Image3" refType="w" fact="0.2682"/>
              <dgm:constr type="h" for="ch" forName="Image3" refType="h" fact="0.1989"/>
              <dgm:constr type="r" for="ch" forName="Accent3" refType="w" fact="0.2545"/>
              <dgm:constr type="t" for="ch" forName="Accent3" refType="h" fact="0.4701"/>
              <dgm:constr type="w" for="ch" forName="Accent3" refType="w" fact="0.2409"/>
              <dgm:constr type="h" for="ch" forName="Accent3" refType="h" fact="0.1662"/>
              <dgm:constr type="r" for="ch" forName="Image2" refType="w" fact="0.5056"/>
              <dgm:constr type="t" for="ch" forName="Image2" refType="h" fact="0"/>
              <dgm:constr type="w" for="ch" forName="Image2" refType="w" fact="0.2205"/>
              <dgm:constr type="h" for="ch" forName="Image2" refType="h" fact="0.2699"/>
              <dgm:constr type="r" for="ch" forName="Accent2" refType="w" fact="0.492"/>
              <dgm:constr type="t" for="ch" forName="Accent2" refType="h" fact="0.0164"/>
              <dgm:constr type="w" for="ch" forName="Accent2" refType="w" fact="0.1932"/>
              <dgm:constr type="h" for="ch" forName="Accent2" refType="h" fact="0.2371"/>
              <dgm:constr type="r" for="ch" forName="Text1" refType="w" fact="0.8226"/>
              <dgm:constr type="t" for="ch" forName="Text1" refType="h" fact="0.5695"/>
              <dgm:constr type="w" for="ch" forName="Text1" refType="w" fact="0.5091"/>
              <dgm:constr type="h" for="ch" forName="Text1" refType="h" fact="0.1063"/>
              <dgm:constr type="r" for="ch" forName="Text2" refType="w" fact="0.4922"/>
              <dgm:constr type="t" for="ch" forName="Text2" refType="h" fact="0.1826"/>
              <dgm:constr type="w" for="ch" forName="Text2" refType="w" fact="0.1932"/>
              <dgm:constr type="h" for="ch" forName="Text2" refType="h" fact="0.0709"/>
              <dgm:constr type="r" for="ch" forName="Text3" refType="w" fact="0.2545"/>
              <dgm:constr type="t" for="ch" forName="Text3" refType="h" fact="0.5655"/>
              <dgm:constr type="w" for="ch" forName="Text3" refType="w" fact="0.2409"/>
              <dgm:constr type="h" for="ch" forName="Text3" refType="h" fact="0.0709"/>
              <dgm:constr type="r" for="ch" forName="Text5" refType="w" fact="0.358"/>
              <dgm:constr type="t" for="ch" forName="Text5" refType="h" fact="0.9129"/>
              <dgm:constr type="w" for="ch" forName="Text5" refType="w" fact="0.2045"/>
              <dgm:constr type="h" for="ch" forName="Text5" refType="h" fact="0.0709"/>
              <dgm:constr type="r" for="ch" forName="Text4" refType="w" fact="0.9864"/>
              <dgm:constr type="t" for="ch" forName="Text4" refType="h" fact="0.6132"/>
              <dgm:constr type="w" for="ch" forName="Text4" refType="w" fact="0.1045"/>
              <dgm:constr type="h" for="ch" forName="Text4" refType="h" fact="0.0709"/>
            </dgm:constrLst>
          </dgm:if>
          <dgm:else name="Name17">
            <dgm:alg type="composite">
              <dgm:param type="ar" val="1.1999"/>
            </dgm:alg>
            <dgm:constrLst>
              <dgm:constr type="primFontSz" for="des" forName="Text1" val="65"/>
              <dgm:constr type="primFontSz" for="des" forName="Text2" refType="primFontSz" refFor="des" refForName="Text1" op="equ"/>
              <dgm:constr type="primFontSz" for="des" forName="Text3" refType="primFontSz" refFor="des" refForName="Text1" op="equ"/>
              <dgm:constr type="primFontSz" for="des" forName="Text4" refType="primFontSz" refFor="des" refForName="Text1" op="equ"/>
              <dgm:constr type="primFontSz" for="des" forName="Text5" refType="primFontSz" refFor="des" refForName="Text1" op="equ"/>
              <dgm:constr type="primFontSz" for="des" forName="Text6" refType="primFontSz" refFor="des" refForName="Text1" op="equ"/>
              <dgm:constr type="r" for="ch" forName="Image1" refType="w" fact="0.8502"/>
              <dgm:constr type="t" for="ch" forName="Image1" refType="h" fact="0.2921"/>
              <dgm:constr type="w" for="ch" forName="Image1" refType="w" fact="0.5634"/>
              <dgm:constr type="h" for="ch" forName="Image1" refType="h" fact="0.417"/>
              <dgm:constr type="r" for="ch" forName="Accent1" refType="w" fact="0.8226"/>
              <dgm:constr type="t" for="ch" forName="Accent1" refType="h" fact="0.3236"/>
              <dgm:constr type="w" for="ch" forName="Accent1" refType="w" fact="0.5091"/>
              <dgm:constr type="h" for="ch" forName="Accent1" refType="h" fact="0.3515"/>
              <dgm:constr type="r" for="ch" forName="Image4" refType="w"/>
              <dgm:constr type="t" for="ch" forName="Image4" refType="h" fact="0.539"/>
              <dgm:constr type="w" for="ch" forName="Image4" refType="w" fact="0.1316"/>
              <dgm:constr type="h" for="ch" forName="Image4" refType="h" fact="0.1604"/>
              <dgm:constr type="r" for="ch" forName="Accent4" refType="w" fact="0.9864"/>
              <dgm:constr type="t" for="ch" forName="Accent4" refType="h" fact="0.5559"/>
              <dgm:constr type="w" for="ch" forName="Accent4" refType="w" fact="0.1045"/>
              <dgm:constr type="h" for="ch" forName="Accent4" refType="h" fact="0.1281"/>
              <dgm:constr type="r" for="ch" forName="Image5" refType="w" fact="0.3713"/>
              <dgm:constr type="t" for="ch" forName="Image5" refType="h" fact="0.7301"/>
              <dgm:constr type="w" for="ch" forName="Image5" refType="w" fact="0.2318"/>
              <dgm:constr type="h" for="ch" forName="Image5" refType="h" fact="0.2699"/>
              <dgm:constr type="r" for="ch" forName="Accent5" refType="w" fact="0.358"/>
              <dgm:constr type="t" for="ch" forName="Accent5" refType="h" fact="0.7467"/>
              <dgm:constr type="w" for="ch" forName="Accent5" refType="w" fact="0.2045"/>
              <dgm:constr type="h" for="ch" forName="Accent5" refType="h" fact="0.2371"/>
              <dgm:constr type="r" for="ch" forName="Image3" refType="w" fact="0.2682"/>
              <dgm:constr type="t" for="ch" forName="Image3" refType="h" fact="0.4536"/>
              <dgm:constr type="w" for="ch" forName="Image3" refType="w" fact="0.2682"/>
              <dgm:constr type="h" for="ch" forName="Image3" refType="h" fact="0.1989"/>
              <dgm:constr type="r" for="ch" forName="Accent3" refType="w" fact="0.2545"/>
              <dgm:constr type="t" for="ch" forName="Accent3" refType="h" fact="0.4701"/>
              <dgm:constr type="w" for="ch" forName="Accent3" refType="w" fact="0.2409"/>
              <dgm:constr type="h" for="ch" forName="Accent3" refType="h" fact="0.1662"/>
              <dgm:constr type="r" for="ch" forName="Image2" refType="w" fact="0.5056"/>
              <dgm:constr type="t" for="ch" forName="Image2" refType="h" fact="0"/>
              <dgm:constr type="w" for="ch" forName="Image2" refType="w" fact="0.2205"/>
              <dgm:constr type="h" for="ch" forName="Image2" refType="h" fact="0.2699"/>
              <dgm:constr type="r" for="ch" forName="Accent2" refType="w" fact="0.492"/>
              <dgm:constr type="t" for="ch" forName="Accent2" refType="h" fact="0.0164"/>
              <dgm:constr type="w" for="ch" forName="Accent2" refType="w" fact="0.1932"/>
              <dgm:constr type="h" for="ch" forName="Accent2" refType="h" fact="0.2371"/>
              <dgm:constr type="r" for="ch" forName="Text1" refType="w" fact="0.8226"/>
              <dgm:constr type="t" for="ch" forName="Text1" refType="h" fact="0.5695"/>
              <dgm:constr type="w" for="ch" forName="Text1" refType="w" fact="0.5091"/>
              <dgm:constr type="h" for="ch" forName="Text1" refType="h" fact="0.1063"/>
              <dgm:constr type="r" for="ch" forName="Image6" refType="w" fact="0.849"/>
              <dgm:constr type="t" for="ch" forName="Image6" refType="h" fact="0.7301"/>
              <dgm:constr type="w" for="ch" forName="Image6" refType="w" fact="0.2361"/>
              <dgm:constr type="h" for="ch" forName="Image6" refType="h" fact="0.1604"/>
              <dgm:constr type="r" for="ch" forName="Accent6" refType="w" fact="0.8352"/>
              <dgm:constr type="t" for="ch" forName="Accent6" refType="h" fact="0.7467"/>
              <dgm:constr type="w" for="ch" forName="Accent6" refType="w" fact="0.2091"/>
              <dgm:constr type="h" for="ch" forName="Accent6" refType="h" fact="0.1281"/>
              <dgm:constr type="r" for="ch" forName="Text2" refType="w" fact="0.4922"/>
              <dgm:constr type="t" for="ch" forName="Text2" refType="h" fact="0.1826"/>
              <dgm:constr type="w" for="ch" forName="Text2" refType="w" fact="0.1932"/>
              <dgm:constr type="h" for="ch" forName="Text2" refType="h" fact="0.0709"/>
              <dgm:constr type="r" for="ch" forName="Text3" refType="w" fact="0.2545"/>
              <dgm:constr type="t" for="ch" forName="Text3" refType="h" fact="0.5655"/>
              <dgm:constr type="w" for="ch" forName="Text3" refType="w" fact="0.2409"/>
              <dgm:constr type="h" for="ch" forName="Text3" refType="h" fact="0.0709"/>
              <dgm:constr type="r" for="ch" forName="Text5" refType="w" fact="0.358"/>
              <dgm:constr type="t" for="ch" forName="Text5" refType="h" fact="0.9129"/>
              <dgm:constr type="w" for="ch" forName="Text5" refType="w" fact="0.2045"/>
              <dgm:constr type="h" for="ch" forName="Text5" refType="h" fact="0.0709"/>
              <dgm:constr type="r" for="ch" forName="Text6" refType="w" fact="0.8352"/>
              <dgm:constr type="t" for="ch" forName="Text6" refType="h" fact="0.8039"/>
              <dgm:constr type="w" for="ch" forName="Text6" refType="w" fact="0.2091"/>
              <dgm:constr type="h" for="ch" forName="Text6" refType="h" fact="0.0709"/>
              <dgm:constr type="r" for="ch" forName="Text4" refType="w" fact="0.9864"/>
              <dgm:constr type="t" for="ch" forName="Text4" refType="h" fact="0.6132"/>
              <dgm:constr type="w" for="ch" forName="Text4" refType="w" fact="0.1045"/>
              <dgm:constr type="h" for="ch" forName="Text4" refType="h" fact="0.0709"/>
            </dgm:constrLst>
          </dgm:else>
        </dgm:choose>
      </dgm:else>
    </dgm:choose>
    <dgm:forEach name="wrapper" axis="self" ptType="parTrans">
      <dgm:forEach name="ImageRepeat" axis="self">
        <dgm:layoutNode name="Image" styleLbl="alignImgPlace1">
          <dgm:alg type="sp"/>
          <dgm:shape xmlns:r="http://schemas.openxmlformats.org/officeDocument/2006/relationships" type="rect" r:blip="" blipPhldr="1">
            <dgm:adjLst/>
          </dgm:shape>
          <dgm:presOf/>
        </dgm:layoutNode>
      </dgm:forEach>
      <dgm:forEach name="accentRepeat" axis="self">
        <dgm:layoutNode name="Accent" styleLbl="parChTrans1D1">
          <dgm:alg type="sp"/>
          <dgm:shape xmlns:r="http://schemas.openxmlformats.org/officeDocument/2006/relationships" type="rect" r:blip="">
            <dgm:adjLst/>
          </dgm:shape>
          <dgm:presOf/>
        </dgm:layoutNode>
      </dgm:forEach>
    </dgm:forEach>
    <dgm:forEach name="Name18" axis="ch" ptType="node" cnt="1">
      <dgm:layoutNode name="Image1">
        <dgm:alg type="sp"/>
        <dgm:shape xmlns:r="http://schemas.openxmlformats.org/officeDocument/2006/relationships" r:blip="">
          <dgm:adjLst/>
        </dgm:shape>
        <dgm:presOf/>
        <dgm:forEach name="Name19" ref="ImageRepeat"/>
      </dgm:layoutNode>
      <dgm:layoutNode name="Accent1">
        <dgm:alg type="sp"/>
        <dgm:shape xmlns:r="http://schemas.openxmlformats.org/officeDocument/2006/relationships" r:blip="">
          <dgm:adjLst/>
        </dgm:shape>
        <dgm:presOf/>
        <dgm:constrLst/>
        <dgm:forEach name="Name20" ref="accentRepeat"/>
      </dgm:layoutNode>
      <dgm:layoutNode name="Text1" styleLbl="alignImgPlace1">
        <dgm:varLst>
          <dgm:chMax val="0"/>
          <dgm:chPref val="0"/>
          <dgm:bulletEnabled val="1"/>
        </dgm:varLst>
        <dgm:alg type="tx">
          <dgm:param type="parTxLTRAlign" val="r"/>
          <dgm:param type="shpTxLTRAlignCh" val="r"/>
          <dgm:param type="txAnchorVert" val="b"/>
          <dgm:param type="txAnchorVertCh" val="b"/>
          <dgm:param type="lnSpPar" val="100"/>
        </dgm:alg>
        <dgm:shape xmlns:r="http://schemas.openxmlformats.org/officeDocument/2006/relationships" type="rect" r:blip="" hideGeom="1">
          <dgm:adjLst/>
        </dgm:shape>
        <dgm:presOf axis="desOrSelf" ptType="node"/>
        <dgm:constrLst>
          <dgm:constr type="lMarg" refType="primFontSz" fact="0.15"/>
          <dgm:constr type="rMarg" refType="primFontSz" fact="0.15"/>
          <dgm:constr type="tMarg" refType="primFontSz" fact="0.05"/>
          <dgm:constr type="bMarg" refType="primFontSz" fact="0"/>
        </dgm:constrLst>
        <dgm:ruleLst>
          <dgm:rule type="primFontSz" val="5" fact="NaN" max="NaN"/>
        </dgm:ruleLst>
      </dgm:layoutNode>
    </dgm:forEach>
    <dgm:forEach name="Name21" axis="ch" ptType="node" st="2" cnt="1">
      <dgm:layoutNode name="Image2">
        <dgm:alg type="sp"/>
        <dgm:shape xmlns:r="http://schemas.openxmlformats.org/officeDocument/2006/relationships" r:blip="">
          <dgm:adjLst/>
        </dgm:shape>
        <dgm:presOf/>
        <dgm:forEach name="Name22" ref="ImageRepeat"/>
      </dgm:layoutNode>
      <dgm:layoutNode name="Accent2">
        <dgm:alg type="sp"/>
        <dgm:shape xmlns:r="http://schemas.openxmlformats.org/officeDocument/2006/relationships" r:blip="">
          <dgm:adjLst/>
        </dgm:shape>
        <dgm:presOf/>
        <dgm:constrLst/>
        <dgm:forEach name="Name23" ref="accentRepeat"/>
      </dgm:layoutNode>
      <dgm:layoutNode name="Text2" styleLbl="alignImgPlace1">
        <dgm:varLst>
          <dgm:chMax val="0"/>
          <dgm:chPref val="0"/>
          <dgm:bulletEnabled val="1"/>
        </dgm:varLst>
        <dgm:alg type="tx">
          <dgm:param type="parTxLTRAlign" val="r"/>
          <dgm:param type="shpTxLTRAlignCh"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15"/>
          <dgm:constr type="rMarg" refType="primFontSz" fact="0.15"/>
          <dgm:constr type="tMarg" refType="primFontSz" fact="0.05"/>
          <dgm:constr type="bMarg" refType="primFontSz" fact="0"/>
        </dgm:constrLst>
        <dgm:ruleLst>
          <dgm:rule type="primFontSz" val="5" fact="NaN" max="NaN"/>
        </dgm:ruleLst>
      </dgm:layoutNode>
    </dgm:forEach>
    <dgm:forEach name="Name24" axis="ch" ptType="node" st="3" cnt="1">
      <dgm:layoutNode name="Image3">
        <dgm:alg type="sp"/>
        <dgm:shape xmlns:r="http://schemas.openxmlformats.org/officeDocument/2006/relationships" r:blip="">
          <dgm:adjLst/>
        </dgm:shape>
        <dgm:presOf/>
        <dgm:forEach name="Name25" ref="ImageRepeat"/>
      </dgm:layoutNode>
      <dgm:layoutNode name="Accent3">
        <dgm:alg type="sp"/>
        <dgm:shape xmlns:r="http://schemas.openxmlformats.org/officeDocument/2006/relationships" r:blip="">
          <dgm:adjLst/>
        </dgm:shape>
        <dgm:presOf/>
        <dgm:constrLst/>
        <dgm:forEach name="Name26" ref="accentRepeat"/>
      </dgm:layoutNode>
      <dgm:layoutNode name="Text3" styleLbl="alignImgPlace1">
        <dgm:varLst>
          <dgm:chMax val="0"/>
          <dgm:chPref val="0"/>
          <dgm:bulletEnabled val="1"/>
        </dgm:varLst>
        <dgm:alg type="tx">
          <dgm:param type="parTxLTRAlign" val="r"/>
          <dgm:param type="shpTxLTRAlignCh"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15"/>
          <dgm:constr type="rMarg" refType="primFontSz" fact="0.15"/>
          <dgm:constr type="tMarg" refType="primFontSz" fact="0.05"/>
          <dgm:constr type="bMarg" refType="primFontSz" fact="0"/>
        </dgm:constrLst>
        <dgm:ruleLst>
          <dgm:rule type="primFontSz" val="5" fact="NaN" max="NaN"/>
        </dgm:ruleLst>
      </dgm:layoutNode>
    </dgm:forEach>
    <dgm:forEach name="Name27" axis="ch" ptType="node" st="4" cnt="1">
      <dgm:layoutNode name="Image4">
        <dgm:alg type="sp"/>
        <dgm:shape xmlns:r="http://schemas.openxmlformats.org/officeDocument/2006/relationships" r:blip="">
          <dgm:adjLst/>
        </dgm:shape>
        <dgm:presOf/>
        <dgm:forEach name="Name28" ref="ImageRepeat"/>
      </dgm:layoutNode>
      <dgm:layoutNode name="Accent4">
        <dgm:alg type="sp"/>
        <dgm:shape xmlns:r="http://schemas.openxmlformats.org/officeDocument/2006/relationships" r:blip="">
          <dgm:adjLst/>
        </dgm:shape>
        <dgm:presOf/>
        <dgm:constrLst/>
        <dgm:forEach name="Name29" ref="accentRepeat"/>
      </dgm:layoutNode>
      <dgm:layoutNode name="Text4" styleLbl="alignImgPlace1">
        <dgm:varLst>
          <dgm:chMax val="0"/>
          <dgm:chPref val="0"/>
          <dgm:bulletEnabled val="1"/>
        </dgm:varLst>
        <dgm:alg type="tx">
          <dgm:param type="parTxLTRAlign" val="r"/>
          <dgm:param type="shpTxLTRAlignCh"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15"/>
          <dgm:constr type="rMarg" refType="primFontSz" fact="0.15"/>
          <dgm:constr type="tMarg" refType="primFontSz" fact="0.05"/>
          <dgm:constr type="bMarg" refType="primFontSz" fact="0"/>
        </dgm:constrLst>
        <dgm:ruleLst>
          <dgm:rule type="primFontSz" val="5" fact="NaN" max="NaN"/>
        </dgm:ruleLst>
      </dgm:layoutNode>
    </dgm:forEach>
    <dgm:forEach name="Name30" axis="ch" ptType="node" st="5" cnt="1">
      <dgm:layoutNode name="Image5">
        <dgm:alg type="sp"/>
        <dgm:shape xmlns:r="http://schemas.openxmlformats.org/officeDocument/2006/relationships" r:blip="">
          <dgm:adjLst/>
        </dgm:shape>
        <dgm:presOf/>
        <dgm:forEach name="Name31" ref="ImageRepeat"/>
      </dgm:layoutNode>
      <dgm:layoutNode name="Accent5">
        <dgm:alg type="sp"/>
        <dgm:shape xmlns:r="http://schemas.openxmlformats.org/officeDocument/2006/relationships" r:blip="">
          <dgm:adjLst/>
        </dgm:shape>
        <dgm:presOf/>
        <dgm:constrLst/>
        <dgm:forEach name="Name32" ref="accentRepeat"/>
      </dgm:layoutNode>
      <dgm:layoutNode name="Text5" styleLbl="alignImgPlace1">
        <dgm:varLst>
          <dgm:chMax val="0"/>
          <dgm:chPref val="0"/>
          <dgm:bulletEnabled val="1"/>
        </dgm:varLst>
        <dgm:alg type="tx">
          <dgm:param type="parTxLTRAlign" val="r"/>
          <dgm:param type="shpTxLTRAlignCh"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15"/>
          <dgm:constr type="rMarg" refType="primFontSz" fact="0.15"/>
          <dgm:constr type="tMarg" refType="primFontSz" fact="0.05"/>
          <dgm:constr type="bMarg" refType="primFontSz" fact="0"/>
        </dgm:constrLst>
        <dgm:ruleLst>
          <dgm:rule type="primFontSz" val="5" fact="NaN" max="NaN"/>
        </dgm:ruleLst>
      </dgm:layoutNode>
    </dgm:forEach>
    <dgm:forEach name="Name33" axis="ch" ptType="node" st="6" cnt="1">
      <dgm:layoutNode name="Image6">
        <dgm:alg type="sp"/>
        <dgm:shape xmlns:r="http://schemas.openxmlformats.org/officeDocument/2006/relationships" r:blip="">
          <dgm:adjLst/>
        </dgm:shape>
        <dgm:presOf/>
        <dgm:forEach name="Name34" ref="ImageRepeat"/>
      </dgm:layoutNode>
      <dgm:layoutNode name="Accent6">
        <dgm:alg type="sp"/>
        <dgm:shape xmlns:r="http://schemas.openxmlformats.org/officeDocument/2006/relationships" r:blip="">
          <dgm:adjLst/>
        </dgm:shape>
        <dgm:presOf/>
        <dgm:constrLst/>
        <dgm:forEach name="Name35" ref="accentRepeat"/>
      </dgm:layoutNode>
      <dgm:layoutNode name="Text6" styleLbl="alignImgPlace1">
        <dgm:varLst>
          <dgm:chMax val="0"/>
          <dgm:chPref val="0"/>
          <dgm:bulletEnabled val="1"/>
        </dgm:varLst>
        <dgm:alg type="tx">
          <dgm:param type="parTxLTRAlign" val="r"/>
          <dgm:param type="shpTxLTRAlignCh"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15"/>
          <dgm:constr type="rMarg" refType="primFontSz" fact="0.15"/>
          <dgm:constr type="tMarg" refType="primFontSz" fact="0.05"/>
          <dgm:constr type="bMarg" refType="primFontSz" fact="0"/>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4/3/2025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847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07919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4/3/2025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5074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4/3/2025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486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4/3/2025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4640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4/3/2025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8205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4/3/2025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5120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4/3/2025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9094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4/3/2025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55130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4/3/2025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93556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4/3/2025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05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4/3/2025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950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4/3/2025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5385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4/3/2025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75291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4/3/2025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509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4/3/2025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2647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4/3/2025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325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4/3/2025</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8589783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image" Target="../media/image13.jpg"/><Relationship Id="rId5" Type="http://schemas.openxmlformats.org/officeDocument/2006/relationships/image" Target="../media/image12.png"/><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3.xml"/><Relationship Id="rId6" Type="http://schemas.openxmlformats.org/officeDocument/2006/relationships/image" Target="../media/image12.png"/><Relationship Id="rId5" Type="http://schemas.openxmlformats.org/officeDocument/2006/relationships/image" Target="../media/image11.jpeg"/><Relationship Id="rId4"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8" Type="http://schemas.microsoft.com/office/2007/relationships/diagramDrawing" Target="../diagrams/drawing3.xml"/><Relationship Id="rId3" Type="http://schemas.microsoft.com/office/2007/relationships/hdphoto" Target="../media/hdphoto1.wdp"/><Relationship Id="rId7" Type="http://schemas.openxmlformats.org/officeDocument/2006/relationships/diagramColors" Target="../diagrams/colors3.xml"/><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9.jpeg"/><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8" Type="http://schemas.openxmlformats.org/officeDocument/2006/relationships/image" Target="../media/image22.jpg"/><Relationship Id="rId3" Type="http://schemas.openxmlformats.org/officeDocument/2006/relationships/diagramLayout" Target="../diagrams/layout6.xml"/><Relationship Id="rId7" Type="http://schemas.openxmlformats.org/officeDocument/2006/relationships/image" Target="../media/image21.jpg"/><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 Id="rId9" Type="http://schemas.openxmlformats.org/officeDocument/2006/relationships/image" Target="../media/image23.jpg"/></Relationships>
</file>

<file path=ppt/slides/_rels/slide17.xml.rels><?xml version="1.0" encoding="UTF-8" standalone="yes"?>
<Relationships xmlns="http://schemas.openxmlformats.org/package/2006/relationships"><Relationship Id="rId8" Type="http://schemas.microsoft.com/office/2007/relationships/diagramDrawing" Target="../diagrams/drawing7.xml"/><Relationship Id="rId3" Type="http://schemas.microsoft.com/office/2007/relationships/hdphoto" Target="../media/hdphoto2.wdp"/><Relationship Id="rId7" Type="http://schemas.openxmlformats.org/officeDocument/2006/relationships/diagramColors" Target="../diagrams/colors7.xml"/><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8.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A1C807-B9AD-4C9B-BF9F-60F03428998E}"/>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1" y="0"/>
            <a:ext cx="12192001" cy="6857990"/>
          </a:xfrm>
          <a:prstGeom prst="rect">
            <a:avLst/>
          </a:prstGeom>
          <a:gradFill>
            <a:gsLst>
              <a:gs pos="0">
                <a:schemeClr val="bg1">
                  <a:lumMod val="50000"/>
                  <a:lumOff val="50000"/>
                </a:schemeClr>
              </a:gs>
              <a:gs pos="100000">
                <a:srgbClr val="0070C0"/>
              </a:gs>
            </a:gsLst>
            <a:lin ang="5400000" scaled="1"/>
          </a:gradFill>
        </p:spPr>
      </p:pic>
      <p:sp useBgFill="1">
        <p:nvSpPr>
          <p:cNvPr id="103"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7283330" y="1820225"/>
            <a:ext cx="3698341" cy="1937968"/>
          </a:xfrm>
        </p:spPr>
        <p:txBody>
          <a:bodyPr>
            <a:normAutofit/>
          </a:bodyPr>
          <a:lstStyle/>
          <a:p>
            <a:pPr>
              <a:lnSpc>
                <a:spcPct val="100000"/>
              </a:lnSpc>
            </a:pPr>
            <a:r>
              <a:rPr lang="en-US" sz="4000" b="1" dirty="0">
                <a:solidFill>
                  <a:schemeClr val="tx1"/>
                </a:solidFill>
              </a:rPr>
              <a:t>MORTGAGE CONSULTANT TRAINING</a:t>
            </a:r>
          </a:p>
        </p:txBody>
      </p:sp>
    </p:spTree>
    <p:extLst>
      <p:ext uri="{BB962C8B-B14F-4D97-AF65-F5344CB8AC3E}">
        <p14:creationId xmlns:p14="http://schemas.microsoft.com/office/powerpoint/2010/main" val="4167884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50000"/>
                <a:lumOff val="50000"/>
              </a:schemeClr>
            </a:gs>
            <a:gs pos="100000">
              <a:srgbClr val="0070C0"/>
            </a:gs>
          </a:gsLst>
          <a:lin ang="5400000" scaled="1"/>
        </a:gra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86B5A74-6130-4242-B9C7-7D01BB5C92DD}"/>
              </a:ext>
            </a:extLst>
          </p:cNvPr>
          <p:cNvSpPr>
            <a:spLocks noGrp="1"/>
          </p:cNvSpPr>
          <p:nvPr>
            <p:ph type="title"/>
          </p:nvPr>
        </p:nvSpPr>
        <p:spPr>
          <a:xfrm>
            <a:off x="919119" y="1341120"/>
            <a:ext cx="10353762" cy="3982720"/>
          </a:xfrm>
        </p:spPr>
        <p:txBody>
          <a:bodyPr>
            <a:normAutofit fontScale="90000"/>
          </a:bodyPr>
          <a:lstStyle/>
          <a:p>
            <a:pPr>
              <a:lnSpc>
                <a:spcPct val="150000"/>
              </a:lnSpc>
            </a:pPr>
            <a:r>
              <a:rPr lang="en-US" b="1" dirty="0">
                <a:solidFill>
                  <a:schemeClr val="bg1"/>
                </a:solidFill>
              </a:rPr>
              <a:t>Our Agenda:</a:t>
            </a:r>
            <a:br>
              <a:rPr lang="en-US" dirty="0"/>
            </a:br>
            <a:r>
              <a:rPr lang="en-US" dirty="0"/>
              <a:t>1. </a:t>
            </a:r>
            <a:r>
              <a:rPr lang="en-US" sz="4000" b="1" dirty="0"/>
              <a:t>To train our team in terms of mortgage.</a:t>
            </a:r>
            <a:br>
              <a:rPr lang="en-US" sz="4000" b="1" dirty="0"/>
            </a:br>
            <a:r>
              <a:rPr lang="en-US" sz="4000" b="1" dirty="0"/>
              <a:t>2. To know about the product we’re offering.</a:t>
            </a:r>
            <a:br>
              <a:rPr lang="en-US" sz="4000" b="1" dirty="0"/>
            </a:br>
            <a:r>
              <a:rPr lang="en-US" sz="4000" b="1" dirty="0"/>
              <a:t>3. Building strong relationship with clients.</a:t>
            </a:r>
            <a:br>
              <a:rPr lang="en-US" dirty="0"/>
            </a:br>
            <a:endParaRPr lang="en-US" dirty="0"/>
          </a:p>
        </p:txBody>
      </p:sp>
    </p:spTree>
    <p:extLst>
      <p:ext uri="{BB962C8B-B14F-4D97-AF65-F5344CB8AC3E}">
        <p14:creationId xmlns:p14="http://schemas.microsoft.com/office/powerpoint/2010/main" val="3336904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50000"/>
                <a:lumOff val="50000"/>
              </a:schemeClr>
            </a:gs>
            <a:gs pos="100000">
              <a:srgbClr val="0070C0"/>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555CF-3CE1-448A-9C08-7A17B507032B}"/>
              </a:ext>
            </a:extLst>
          </p:cNvPr>
          <p:cNvSpPr>
            <a:spLocks noGrp="1"/>
          </p:cNvSpPr>
          <p:nvPr>
            <p:ph type="title"/>
          </p:nvPr>
        </p:nvSpPr>
        <p:spPr/>
        <p:txBody>
          <a:bodyPr>
            <a:normAutofit/>
          </a:bodyPr>
          <a:lstStyle/>
          <a:p>
            <a:r>
              <a:rPr lang="en-US" sz="3200" b="1" dirty="0">
                <a:solidFill>
                  <a:srgbClr val="1D1858"/>
                </a:solidFill>
              </a:rPr>
              <a:t>Key Responsibilities of a Mortgage Broker</a:t>
            </a:r>
          </a:p>
        </p:txBody>
      </p:sp>
      <p:pic>
        <p:nvPicPr>
          <p:cNvPr id="6" name="Content Placeholder 5">
            <a:extLst>
              <a:ext uri="{FF2B5EF4-FFF2-40B4-BE49-F238E27FC236}">
                <a16:creationId xmlns:a16="http://schemas.microsoft.com/office/drawing/2014/main" id="{9E69AE2C-EA02-4496-8ACE-2B92690CC60B}"/>
              </a:ext>
            </a:extLst>
          </p:cNvPr>
          <p:cNvPicPr>
            <a:picLocks noGrp="1" noChangeAspect="1"/>
          </p:cNvPicPr>
          <p:nvPr>
            <p:ph idx="1"/>
          </p:nvPr>
        </p:nvPicPr>
        <p:blipFill>
          <a:blip r:embed="rId2"/>
          <a:stretch>
            <a:fillRect/>
          </a:stretch>
        </p:blipFill>
        <p:spPr>
          <a:xfrm>
            <a:off x="5181600" y="1276105"/>
            <a:ext cx="6543039" cy="3904962"/>
          </a:xfrm>
        </p:spPr>
      </p:pic>
      <p:sp>
        <p:nvSpPr>
          <p:cNvPr id="7" name="Rectangle 1">
            <a:extLst>
              <a:ext uri="{FF2B5EF4-FFF2-40B4-BE49-F238E27FC236}">
                <a16:creationId xmlns:a16="http://schemas.microsoft.com/office/drawing/2014/main" id="{A828EE08-946D-42DA-9A8F-32A2F1435E37}"/>
              </a:ext>
            </a:extLst>
          </p:cNvPr>
          <p:cNvSpPr>
            <a:spLocks noGrp="1" noChangeArrowheads="1"/>
          </p:cNvSpPr>
          <p:nvPr>
            <p:ph type="body" sz="half" idx="2"/>
          </p:nvPr>
        </p:nvSpPr>
        <p:spPr bwMode="auto">
          <a:xfrm>
            <a:off x="467361" y="2585001"/>
            <a:ext cx="5175904" cy="3274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j-lt"/>
              </a:rPr>
              <a:t>Assess client financial situations.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j-lt"/>
              </a:rPr>
              <a:t>Compare loan options from lenders.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j-lt"/>
              </a:rPr>
              <a:t>Advise clients on mortgage solutions.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j-lt"/>
              </a:rPr>
              <a:t>Handle loan applications and paperwork.</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j-lt"/>
              </a:rPr>
              <a:t>Ensure compliance with regulations.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j-lt"/>
              </a:rPr>
              <a:t>Guide clients through the approval process.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j-lt"/>
              </a:rPr>
              <a:t>Maintain relationships with lenders and clients.</a:t>
            </a:r>
          </a:p>
        </p:txBody>
      </p:sp>
    </p:spTree>
    <p:extLst>
      <p:ext uri="{BB962C8B-B14F-4D97-AF65-F5344CB8AC3E}">
        <p14:creationId xmlns:p14="http://schemas.microsoft.com/office/powerpoint/2010/main" val="3856771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50000"/>
                <a:lumOff val="50000"/>
              </a:schemeClr>
            </a:gs>
            <a:gs pos="100000">
              <a:srgbClr val="0070C0"/>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E0CB5-B01D-44D8-BC5C-8A09BF2672BF}"/>
              </a:ext>
            </a:extLst>
          </p:cNvPr>
          <p:cNvSpPr>
            <a:spLocks noGrp="1"/>
          </p:cNvSpPr>
          <p:nvPr>
            <p:ph type="title"/>
          </p:nvPr>
        </p:nvSpPr>
        <p:spPr>
          <a:xfrm>
            <a:off x="913806" y="4650606"/>
            <a:ext cx="10355326" cy="543472"/>
          </a:xfrm>
        </p:spPr>
        <p:txBody>
          <a:bodyPr>
            <a:normAutofit/>
          </a:bodyPr>
          <a:lstStyle/>
          <a:p>
            <a:r>
              <a:rPr lang="en-US" sz="3200" b="1" dirty="0">
                <a:solidFill>
                  <a:schemeClr val="tx1"/>
                </a:solidFill>
              </a:rPr>
              <a:t>BRIDGING THE GAP</a:t>
            </a:r>
          </a:p>
        </p:txBody>
      </p:sp>
      <p:pic>
        <p:nvPicPr>
          <p:cNvPr id="6" name="Picture Placeholder 5">
            <a:extLst>
              <a:ext uri="{FF2B5EF4-FFF2-40B4-BE49-F238E27FC236}">
                <a16:creationId xmlns:a16="http://schemas.microsoft.com/office/drawing/2014/main" id="{5F45B89D-4314-486E-A13F-B17C8278BBB4}"/>
              </a:ext>
            </a:extLst>
          </p:cNvPr>
          <p:cNvPicPr>
            <a:picLocks noGrp="1" noChangeAspect="1"/>
          </p:cNvPicPr>
          <p:nvPr>
            <p:ph type="pic" idx="1"/>
          </p:nvPr>
        </p:nvPicPr>
        <p:blipFill>
          <a:blip r:embed="rId2"/>
          <a:srcRect t="17609" b="17609"/>
          <a:stretch>
            <a:fillRect/>
          </a:stretch>
        </p:blipFill>
        <p:spPr>
          <a:xfrm>
            <a:off x="786094" y="363801"/>
            <a:ext cx="10619811" cy="3984858"/>
          </a:xfrm>
        </p:spPr>
      </p:pic>
      <p:sp>
        <p:nvSpPr>
          <p:cNvPr id="4" name="Text Placeholder 3">
            <a:extLst>
              <a:ext uri="{FF2B5EF4-FFF2-40B4-BE49-F238E27FC236}">
                <a16:creationId xmlns:a16="http://schemas.microsoft.com/office/drawing/2014/main" id="{6D207B02-0988-47BB-9978-562E2C4F817D}"/>
              </a:ext>
            </a:extLst>
          </p:cNvPr>
          <p:cNvSpPr>
            <a:spLocks noGrp="1"/>
          </p:cNvSpPr>
          <p:nvPr>
            <p:ph type="body" sz="half" idx="2"/>
          </p:nvPr>
        </p:nvSpPr>
        <p:spPr>
          <a:xfrm>
            <a:off x="510139" y="5194078"/>
            <a:ext cx="11155680" cy="1418478"/>
          </a:xfrm>
        </p:spPr>
        <p:txBody>
          <a:bodyPr>
            <a:normAutofit fontScale="25000" lnSpcReduction="20000"/>
          </a:bodyPr>
          <a:lstStyle/>
          <a:p>
            <a:r>
              <a:rPr lang="en-US" sz="9600" dirty="0">
                <a:solidFill>
                  <a:srgbClr val="1D1858"/>
                </a:solidFill>
              </a:rPr>
              <a:t>Our sales team plays a crucial role in driving business growth. To succeed, it is essential to have a deep understanding of our products, their features, and their benefits. This guide will help bridge the gap in product knowledge, ensuring that every sales representative can confidently communicate value to customers.</a:t>
            </a:r>
          </a:p>
          <a:p>
            <a:endParaRPr lang="en-US" sz="2000" dirty="0"/>
          </a:p>
        </p:txBody>
      </p:sp>
    </p:spTree>
    <p:extLst>
      <p:ext uri="{BB962C8B-B14F-4D97-AF65-F5344CB8AC3E}">
        <p14:creationId xmlns:p14="http://schemas.microsoft.com/office/powerpoint/2010/main" val="3784906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50000"/>
                <a:lumOff val="50000"/>
              </a:schemeClr>
            </a:gs>
            <a:gs pos="100000">
              <a:srgbClr val="0070C0"/>
            </a:gs>
          </a:gsLst>
          <a:lin ang="5400000" scaled="1"/>
        </a:gra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D0063-8F16-433D-9560-F3C0393E3D5B}"/>
              </a:ext>
            </a:extLst>
          </p:cNvPr>
          <p:cNvPicPr>
            <a:picLocks noChangeAspect="1"/>
          </p:cNvPicPr>
          <p:nvPr/>
        </p:nvPicPr>
        <p:blipFill>
          <a:blip r:embed="rId2"/>
          <a:stretch>
            <a:fillRect/>
          </a:stretch>
        </p:blipFill>
        <p:spPr>
          <a:xfrm>
            <a:off x="695524" y="919212"/>
            <a:ext cx="7327847" cy="5019575"/>
          </a:xfrm>
          <a:prstGeom prst="rect">
            <a:avLst/>
          </a:prstGeom>
        </p:spPr>
      </p:pic>
      <p:sp>
        <p:nvSpPr>
          <p:cNvPr id="5" name="TextBox 4">
            <a:extLst>
              <a:ext uri="{FF2B5EF4-FFF2-40B4-BE49-F238E27FC236}">
                <a16:creationId xmlns:a16="http://schemas.microsoft.com/office/drawing/2014/main" id="{9116AB4B-FA4B-41AE-BB18-33032AC1489C}"/>
              </a:ext>
            </a:extLst>
          </p:cNvPr>
          <p:cNvSpPr txBox="1"/>
          <p:nvPr/>
        </p:nvSpPr>
        <p:spPr>
          <a:xfrm>
            <a:off x="8335480" y="1718109"/>
            <a:ext cx="3368842" cy="3108543"/>
          </a:xfrm>
          <a:prstGeom prst="rect">
            <a:avLst/>
          </a:prstGeom>
          <a:noFill/>
        </p:spPr>
        <p:txBody>
          <a:bodyPr wrap="square" rtlCol="0">
            <a:spAutoFit/>
          </a:bodyPr>
          <a:lstStyle/>
          <a:p>
            <a:r>
              <a:rPr lang="en-US" sz="2800" dirty="0"/>
              <a:t>In sales, success is not just about closing deals but also about ongoing training, knowledge acquisition, and skill enhancement.</a:t>
            </a:r>
          </a:p>
        </p:txBody>
      </p:sp>
    </p:spTree>
    <p:extLst>
      <p:ext uri="{BB962C8B-B14F-4D97-AF65-F5344CB8AC3E}">
        <p14:creationId xmlns:p14="http://schemas.microsoft.com/office/powerpoint/2010/main" val="2309484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50000"/>
                <a:lumOff val="50000"/>
              </a:schemeClr>
            </a:gs>
            <a:gs pos="100000">
              <a:srgbClr val="0070C0"/>
            </a:gs>
          </a:gsLst>
          <a:lin ang="54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B972A0-26F7-4199-9896-B3D6BFBC40B8}"/>
              </a:ext>
            </a:extLst>
          </p:cNvPr>
          <p:cNvPicPr>
            <a:picLocks noChangeAspect="1"/>
          </p:cNvPicPr>
          <p:nvPr/>
        </p:nvPicPr>
        <p:blipFill>
          <a:blip r:embed="rId2"/>
          <a:stretch>
            <a:fillRect/>
          </a:stretch>
        </p:blipFill>
        <p:spPr>
          <a:xfrm>
            <a:off x="1622207" y="1407944"/>
            <a:ext cx="8582924" cy="4042111"/>
          </a:xfrm>
          <a:prstGeom prst="rect">
            <a:avLst/>
          </a:prstGeom>
        </p:spPr>
      </p:pic>
    </p:spTree>
    <p:extLst>
      <p:ext uri="{BB962C8B-B14F-4D97-AF65-F5344CB8AC3E}">
        <p14:creationId xmlns:p14="http://schemas.microsoft.com/office/powerpoint/2010/main" val="1369383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50000"/>
                <a:lumOff val="50000"/>
              </a:schemeClr>
            </a:gs>
            <a:gs pos="100000">
              <a:srgbClr val="0070C0"/>
            </a:gs>
          </a:gsLst>
          <a:lin ang="5400000" scaled="1"/>
        </a:gra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0EF2A0DA-AE81-4A45-972E-646AC287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72B2D6DE-C9B5-4678-91EF-77E85F2350DA}"/>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b="-1"/>
          <a:stretch/>
        </p:blipFill>
        <p:spPr>
          <a:xfrm>
            <a:off x="11698" y="10170"/>
            <a:ext cx="6096000" cy="6857990"/>
          </a:xfrm>
          <a:prstGeom prst="rect">
            <a:avLst/>
          </a:prstGeom>
        </p:spPr>
      </p:pic>
      <p:pic>
        <p:nvPicPr>
          <p:cNvPr id="57" name="Picture 56">
            <a:extLst>
              <a:ext uri="{FF2B5EF4-FFF2-40B4-BE49-F238E27FC236}">
                <a16:creationId xmlns:a16="http://schemas.microsoft.com/office/drawing/2014/main" id="{B536FA4E-0152-4E27-91DA-0FC22D1846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6900493" y="609599"/>
            <a:ext cx="4538124" cy="1738965"/>
          </a:xfrm>
        </p:spPr>
        <p:txBody>
          <a:bodyPr anchor="b">
            <a:normAutofit fontScale="90000"/>
          </a:bodyPr>
          <a:lstStyle/>
          <a:p>
            <a:pPr algn="l"/>
            <a:r>
              <a:rPr lang="en-US" sz="4000" b="1" dirty="0"/>
              <a:t>INTRODUCTION AND KNOWLEDGE ASSESSMENT</a:t>
            </a:r>
          </a:p>
        </p:txBody>
      </p:sp>
      <p:sp>
        <p:nvSpPr>
          <p:cNvPr id="24" name="Content Placeholder 2">
            <a:extLst>
              <a:ext uri="{FF2B5EF4-FFF2-40B4-BE49-F238E27FC236}">
                <a16:creationId xmlns:a16="http://schemas.microsoft.com/office/drawing/2014/main" id="{F260476B-CCA6-412B-A9C5-399C34AE6F05}"/>
              </a:ext>
            </a:extLst>
          </p:cNvPr>
          <p:cNvSpPr>
            <a:spLocks noGrp="1"/>
          </p:cNvSpPr>
          <p:nvPr>
            <p:ph idx="1"/>
          </p:nvPr>
        </p:nvSpPr>
        <p:spPr>
          <a:xfrm>
            <a:off x="6900493" y="3176337"/>
            <a:ext cx="4403596" cy="3202004"/>
          </a:xfrm>
        </p:spPr>
        <p:txBody>
          <a:bodyPr anchor="t">
            <a:normAutofit/>
          </a:bodyPr>
          <a:lstStyle/>
          <a:p>
            <a:r>
              <a:rPr lang="en-US" sz="2400" dirty="0">
                <a:solidFill>
                  <a:srgbClr val="002060"/>
                </a:solidFill>
              </a:rPr>
              <a:t>Product knowledge</a:t>
            </a:r>
          </a:p>
          <a:p>
            <a:r>
              <a:rPr lang="en-US" sz="2400" dirty="0">
                <a:solidFill>
                  <a:srgbClr val="002060"/>
                </a:solidFill>
              </a:rPr>
              <a:t>Services</a:t>
            </a:r>
          </a:p>
          <a:p>
            <a:r>
              <a:rPr lang="en-US" sz="2400" dirty="0">
                <a:solidFill>
                  <a:srgbClr val="002060"/>
                </a:solidFill>
              </a:rPr>
              <a:t>Questionnaire</a:t>
            </a:r>
          </a:p>
          <a:p>
            <a:r>
              <a:rPr lang="en-US" sz="2400" dirty="0">
                <a:solidFill>
                  <a:srgbClr val="002060"/>
                </a:solidFill>
              </a:rPr>
              <a:t>Self evaluation</a:t>
            </a:r>
          </a:p>
          <a:p>
            <a:pPr marL="36900" indent="0">
              <a:buNone/>
            </a:pPr>
            <a:endParaRPr lang="en-US" sz="2400" dirty="0"/>
          </a:p>
          <a:p>
            <a:endParaRPr lang="en-US" sz="2400" dirty="0"/>
          </a:p>
          <a:p>
            <a:endParaRPr lang="en-US" sz="2400" dirty="0"/>
          </a:p>
        </p:txBody>
      </p:sp>
      <p:pic>
        <p:nvPicPr>
          <p:cNvPr id="5" name="Picture 4">
            <a:extLst>
              <a:ext uri="{FF2B5EF4-FFF2-40B4-BE49-F238E27FC236}">
                <a16:creationId xmlns:a16="http://schemas.microsoft.com/office/drawing/2014/main" id="{597233FE-16C4-4322-B868-A8C147DF2C8C}"/>
              </a:ext>
            </a:extLst>
          </p:cNvPr>
          <p:cNvPicPr>
            <a:picLocks noChangeAspect="1"/>
          </p:cNvPicPr>
          <p:nvPr/>
        </p:nvPicPr>
        <p:blipFill>
          <a:blip r:embed="rId6"/>
          <a:stretch>
            <a:fillRect/>
          </a:stretch>
        </p:blipFill>
        <p:spPr>
          <a:xfrm>
            <a:off x="1013871" y="2362829"/>
            <a:ext cx="3492563" cy="2315221"/>
          </a:xfrm>
          <a:prstGeom prst="rect">
            <a:avLst/>
          </a:prstGeom>
          <a:ln>
            <a:solidFill>
              <a:schemeClr val="bg1"/>
            </a:solidFill>
          </a:ln>
          <a:effectLst>
            <a:softEdge rad="50800"/>
          </a:effectLst>
        </p:spPr>
      </p:pic>
    </p:spTree>
    <p:extLst>
      <p:ext uri="{BB962C8B-B14F-4D97-AF65-F5344CB8AC3E}">
        <p14:creationId xmlns:p14="http://schemas.microsoft.com/office/powerpoint/2010/main" val="322023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4000" b="-4000"/>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5C28A3-98BF-49A8-B1A7-A03653BC3168}"/>
              </a:ext>
            </a:extLst>
          </p:cNvPr>
          <p:cNvPicPr>
            <a:picLocks noChangeAspect="1"/>
          </p:cNvPicPr>
          <p:nvPr/>
        </p:nvPicPr>
        <p:blipFill>
          <a:blip r:embed="rId3"/>
          <a:stretch>
            <a:fillRect/>
          </a:stretch>
        </p:blipFill>
        <p:spPr>
          <a:xfrm>
            <a:off x="2482669" y="1219200"/>
            <a:ext cx="7565571" cy="4236720"/>
          </a:xfrm>
          <a:prstGeom prst="rect">
            <a:avLst/>
          </a:prstGeom>
          <a:effectLst>
            <a:outerShdw dist="50800" dir="5400000" algn="ctr" rotWithShape="0">
              <a:srgbClr val="000000">
                <a:alpha val="43137"/>
              </a:srgbClr>
            </a:outerShdw>
            <a:softEdge rad="63500"/>
          </a:effectLst>
        </p:spPr>
      </p:pic>
    </p:spTree>
    <p:extLst>
      <p:ext uri="{BB962C8B-B14F-4D97-AF65-F5344CB8AC3E}">
        <p14:creationId xmlns:p14="http://schemas.microsoft.com/office/powerpoint/2010/main" val="3535547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2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50000"/>
                <a:lumOff val="50000"/>
              </a:schemeClr>
            </a:gs>
            <a:gs pos="100000">
              <a:srgbClr val="0070C0"/>
            </a:gs>
          </a:gsLst>
          <a:lin ang="5400000" scaled="1"/>
        </a:gradFill>
        <a:effectLst/>
      </p:bgPr>
    </p:bg>
    <p:spTree>
      <p:nvGrpSpPr>
        <p:cNvPr id="1" name=""/>
        <p:cNvGrpSpPr/>
        <p:nvPr/>
      </p:nvGrpSpPr>
      <p:grpSpPr>
        <a:xfrm>
          <a:off x="0" y="0"/>
          <a:ext cx="0" cy="0"/>
          <a:chOff x="0" y="0"/>
          <a:chExt cx="0" cy="0"/>
        </a:xfrm>
      </p:grpSpPr>
      <p:graphicFrame>
        <p:nvGraphicFramePr>
          <p:cNvPr id="10" name="Diagram 9">
            <a:extLst>
              <a:ext uri="{FF2B5EF4-FFF2-40B4-BE49-F238E27FC236}">
                <a16:creationId xmlns:a16="http://schemas.microsoft.com/office/drawing/2014/main" id="{53AC64EC-6532-4DE5-9C1F-5C73728889C7}"/>
              </a:ext>
            </a:extLst>
          </p:cNvPr>
          <p:cNvGraphicFramePr/>
          <p:nvPr>
            <p:extLst>
              <p:ext uri="{D42A27DB-BD31-4B8C-83A1-F6EECF244321}">
                <p14:modId xmlns:p14="http://schemas.microsoft.com/office/powerpoint/2010/main" val="3112194443"/>
              </p:ext>
            </p:extLst>
          </p:nvPr>
        </p:nvGraphicFramePr>
        <p:xfrm>
          <a:off x="1" y="473075"/>
          <a:ext cx="12191999" cy="63690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5">
            <a:extLst>
              <a:ext uri="{FF2B5EF4-FFF2-40B4-BE49-F238E27FC236}">
                <a16:creationId xmlns:a16="http://schemas.microsoft.com/office/drawing/2014/main" id="{A4E27197-0E93-4D45-831C-61308D9BB61A}"/>
              </a:ext>
            </a:extLst>
          </p:cNvPr>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834815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50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0EF2A0DA-AE81-4A45-972E-646AC287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72B2D6DE-C9B5-4678-91EF-77E85F2350DA}"/>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0" y="10"/>
            <a:ext cx="6096000" cy="6857990"/>
          </a:xfrm>
          <a:prstGeom prst="rect">
            <a:avLst/>
          </a:prstGeom>
        </p:spPr>
      </p:pic>
      <p:pic>
        <p:nvPicPr>
          <p:cNvPr id="57" name="Picture 56">
            <a:extLst>
              <a:ext uri="{FF2B5EF4-FFF2-40B4-BE49-F238E27FC236}">
                <a16:creationId xmlns:a16="http://schemas.microsoft.com/office/drawing/2014/main" id="{B536FA4E-0152-4E27-91DA-0FC22D1846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593151" y="2001835"/>
            <a:ext cx="4538124" cy="2249104"/>
          </a:xfrm>
        </p:spPr>
        <p:txBody>
          <a:bodyPr anchor="b">
            <a:normAutofit fontScale="90000"/>
          </a:bodyPr>
          <a:lstStyle/>
          <a:p>
            <a:r>
              <a:rPr lang="en-US" sz="4000" dirty="0">
                <a:solidFill>
                  <a:schemeClr val="bg1"/>
                </a:solidFill>
              </a:rPr>
              <a:t>PRODUCT UNDERSTANDING AND COMMUNICATION</a:t>
            </a:r>
          </a:p>
        </p:txBody>
      </p:sp>
      <p:sp>
        <p:nvSpPr>
          <p:cNvPr id="4" name="TextBox 3">
            <a:extLst>
              <a:ext uri="{FF2B5EF4-FFF2-40B4-BE49-F238E27FC236}">
                <a16:creationId xmlns:a16="http://schemas.microsoft.com/office/drawing/2014/main" id="{5744F103-C4A1-4CA2-B0BD-CB85AE8AAC41}"/>
              </a:ext>
            </a:extLst>
          </p:cNvPr>
          <p:cNvSpPr txBox="1"/>
          <p:nvPr/>
        </p:nvSpPr>
        <p:spPr>
          <a:xfrm>
            <a:off x="6408975" y="134534"/>
            <a:ext cx="4816138" cy="6928884"/>
          </a:xfrm>
          <a:prstGeom prst="rect">
            <a:avLst/>
          </a:prstGeom>
          <a:noFill/>
        </p:spPr>
        <p:txBody>
          <a:bodyPr wrap="square" rtlCol="0">
            <a:spAutoFit/>
          </a:bodyPr>
          <a:lstStyle/>
          <a:p>
            <a:pPr marL="0" marR="0">
              <a:lnSpc>
                <a:spcPct val="107000"/>
              </a:lnSpc>
              <a:spcBef>
                <a:spcPts val="0"/>
              </a:spcBef>
              <a:spcAft>
                <a:spcPts val="800"/>
              </a:spcAft>
            </a:pPr>
            <a:r>
              <a:rPr lang="en-US" sz="1900" dirty="0">
                <a:effectLst/>
                <a:latin typeface="Calibri" panose="020F0502020204030204" pitchFamily="34" charset="0"/>
                <a:ea typeface="Calibri" panose="020F0502020204030204" pitchFamily="34" charset="0"/>
                <a:cs typeface="Times New Roman" panose="02020603050405020304" pitchFamily="18" charset="0"/>
              </a:rPr>
              <a:t>The key to success is </a:t>
            </a:r>
            <a:r>
              <a:rPr lang="en-US" sz="1900" b="1" dirty="0">
                <a:effectLst/>
                <a:latin typeface="Calibri" panose="020F0502020204030204" pitchFamily="34" charset="0"/>
                <a:ea typeface="Calibri" panose="020F0502020204030204" pitchFamily="34" charset="0"/>
                <a:cs typeface="Times New Roman" panose="02020603050405020304" pitchFamily="18" charset="0"/>
              </a:rPr>
              <a:t>understanding</a:t>
            </a:r>
            <a:r>
              <a:rPr lang="en-US" sz="1900" dirty="0">
                <a:effectLst/>
                <a:latin typeface="Calibri" panose="020F0502020204030204" pitchFamily="34" charset="0"/>
                <a:ea typeface="Calibri" panose="020F0502020204030204" pitchFamily="34" charset="0"/>
                <a:cs typeface="Times New Roman" panose="02020603050405020304" pitchFamily="18" charset="0"/>
              </a:rPr>
              <a:t> the service and how it helps </a:t>
            </a:r>
            <a:r>
              <a:rPr lang="en-US" sz="1900" b="1" dirty="0">
                <a:effectLst/>
                <a:latin typeface="Calibri" panose="020F0502020204030204" pitchFamily="34" charset="0"/>
                <a:ea typeface="Calibri" panose="020F0502020204030204" pitchFamily="34" charset="0"/>
                <a:cs typeface="Times New Roman" panose="02020603050405020304" pitchFamily="18" charset="0"/>
              </a:rPr>
              <a:t>real estate investors</a:t>
            </a:r>
            <a:r>
              <a:rPr lang="en-US" sz="1900" dirty="0">
                <a:effectLst/>
                <a:latin typeface="Calibri" panose="020F0502020204030204" pitchFamily="34" charset="0"/>
                <a:ea typeface="Calibri" panose="020F0502020204030204" pitchFamily="34" charset="0"/>
                <a:cs typeface="Times New Roman" panose="02020603050405020304" pitchFamily="18" charset="0"/>
              </a:rPr>
              <a:t>, </a:t>
            </a:r>
            <a:r>
              <a:rPr lang="en-US" sz="1900" b="1" dirty="0">
                <a:effectLst/>
                <a:latin typeface="Calibri" panose="020F0502020204030204" pitchFamily="34" charset="0"/>
                <a:ea typeface="Calibri" panose="020F0502020204030204" pitchFamily="34" charset="0"/>
                <a:cs typeface="Times New Roman" panose="02020603050405020304" pitchFamily="18" charset="0"/>
              </a:rPr>
              <a:t>buyers</a:t>
            </a:r>
            <a:r>
              <a:rPr lang="en-US" sz="1900" dirty="0">
                <a:effectLst/>
                <a:latin typeface="Calibri" panose="020F0502020204030204" pitchFamily="34" charset="0"/>
                <a:ea typeface="Calibri" panose="020F0502020204030204" pitchFamily="34" charset="0"/>
                <a:cs typeface="Times New Roman" panose="02020603050405020304" pitchFamily="18" charset="0"/>
              </a:rPr>
              <a:t>, and </a:t>
            </a:r>
            <a:r>
              <a:rPr lang="en-US" sz="1900" b="1" dirty="0">
                <a:effectLst/>
                <a:latin typeface="Calibri" panose="020F0502020204030204" pitchFamily="34" charset="0"/>
                <a:ea typeface="Calibri" panose="020F0502020204030204" pitchFamily="34" charset="0"/>
                <a:cs typeface="Times New Roman" panose="02020603050405020304" pitchFamily="18" charset="0"/>
              </a:rPr>
              <a:t>individual clients </a:t>
            </a:r>
            <a:r>
              <a:rPr lang="en-US" sz="1900" dirty="0">
                <a:effectLst/>
                <a:latin typeface="Calibri" panose="020F0502020204030204" pitchFamily="34" charset="0"/>
                <a:ea typeface="Calibri" panose="020F0502020204030204" pitchFamily="34" charset="0"/>
                <a:cs typeface="Times New Roman" panose="02020603050405020304" pitchFamily="18" charset="0"/>
              </a:rPr>
              <a:t>save on expenses and manage assets. The service is exclusive in the UAE, which makes it important to convey its benefits in a straightforward way. Consultants should highlight:</a:t>
            </a:r>
          </a:p>
          <a:p>
            <a:pPr marL="0" marR="0">
              <a:lnSpc>
                <a:spcPct val="107000"/>
              </a:lnSpc>
              <a:spcBef>
                <a:spcPts val="0"/>
              </a:spcBef>
              <a:spcAft>
                <a:spcPts val="800"/>
              </a:spcAft>
            </a:pPr>
            <a:r>
              <a:rPr lang="en-US" sz="1900" dirty="0">
                <a:effectLst/>
                <a:latin typeface="Calibri" panose="020F0502020204030204" pitchFamily="34" charset="0"/>
                <a:ea typeface="Calibri" panose="020F0502020204030204" pitchFamily="34" charset="0"/>
                <a:cs typeface="Times New Roman" panose="02020603050405020304" pitchFamily="18" charset="0"/>
              </a:rPr>
              <a:t>Key benefits of the service we provide:</a:t>
            </a:r>
          </a:p>
          <a:p>
            <a:pPr marL="285750" marR="0" indent="-285750">
              <a:lnSpc>
                <a:spcPct val="107000"/>
              </a:lnSpc>
              <a:spcBef>
                <a:spcPts val="0"/>
              </a:spcBef>
              <a:spcAft>
                <a:spcPts val="800"/>
              </a:spcAft>
              <a:buFont typeface="Arial" panose="020B0604020202020204" pitchFamily="34" charset="0"/>
              <a:buChar char="•"/>
            </a:pPr>
            <a:r>
              <a:rPr lang="en-US" sz="1900" b="1"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Differences between what our service offers versus competitors</a:t>
            </a:r>
          </a:p>
          <a:p>
            <a:pPr marL="285750" marR="0" indent="-285750">
              <a:lnSpc>
                <a:spcPct val="107000"/>
              </a:lnSpc>
              <a:spcBef>
                <a:spcPts val="0"/>
              </a:spcBef>
              <a:spcAft>
                <a:spcPts val="800"/>
              </a:spcAft>
              <a:buFont typeface="Arial" panose="020B0604020202020204" pitchFamily="34" charset="0"/>
              <a:buChar char="•"/>
            </a:pPr>
            <a:r>
              <a:rPr lang="en-US" sz="1900" b="1"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Focus on transparent communication—avoid overselling or creating insecurities in clients</a:t>
            </a:r>
          </a:p>
          <a:p>
            <a:pPr marL="0" marR="0">
              <a:lnSpc>
                <a:spcPct val="107000"/>
              </a:lnSpc>
              <a:spcBef>
                <a:spcPts val="0"/>
              </a:spcBef>
              <a:spcAft>
                <a:spcPts val="800"/>
              </a:spcAft>
            </a:pPr>
            <a:r>
              <a:rPr lang="en-US" sz="19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Bef>
                <a:spcPts val="0"/>
              </a:spcBef>
              <a:spcAft>
                <a:spcPts val="800"/>
              </a:spcAft>
            </a:pPr>
            <a:r>
              <a:rPr lang="en-US" sz="1900" dirty="0">
                <a:effectLst/>
                <a:latin typeface="Calibri" panose="020F0502020204030204" pitchFamily="34" charset="0"/>
                <a:ea typeface="Calibri" panose="020F0502020204030204" pitchFamily="34" charset="0"/>
                <a:cs typeface="Times New Roman" panose="02020603050405020304" pitchFamily="18" charset="0"/>
              </a:rPr>
              <a:t>By establishing a </a:t>
            </a:r>
            <a:r>
              <a:rPr lang="en-US" sz="1900" b="1" dirty="0">
                <a:effectLst/>
                <a:latin typeface="Calibri" panose="020F0502020204030204" pitchFamily="34" charset="0"/>
                <a:ea typeface="Calibri" panose="020F0502020204030204" pitchFamily="34" charset="0"/>
                <a:cs typeface="Times New Roman" panose="02020603050405020304" pitchFamily="18" charset="0"/>
              </a:rPr>
              <a:t>strong market image</a:t>
            </a:r>
            <a:r>
              <a:rPr lang="en-US" sz="1900" dirty="0">
                <a:effectLst/>
                <a:latin typeface="Calibri" panose="020F0502020204030204" pitchFamily="34" charset="0"/>
                <a:ea typeface="Calibri" panose="020F0502020204030204" pitchFamily="34" charset="0"/>
                <a:cs typeface="Times New Roman" panose="02020603050405020304" pitchFamily="18" charset="0"/>
              </a:rPr>
              <a:t>, you won’t need to hard-sell; clients will come to you for solutions. The focus should be on the </a:t>
            </a:r>
            <a:r>
              <a:rPr lang="en-US" sz="1900" b="1" dirty="0">
                <a:effectLst/>
                <a:latin typeface="Calibri" panose="020F0502020204030204" pitchFamily="34" charset="0"/>
                <a:ea typeface="Calibri" panose="020F0502020204030204" pitchFamily="34" charset="0"/>
                <a:cs typeface="Times New Roman" panose="02020603050405020304" pitchFamily="18" charset="0"/>
              </a:rPr>
              <a:t>long-term value</a:t>
            </a:r>
            <a:r>
              <a:rPr lang="en-US" sz="1900" dirty="0">
                <a:effectLst/>
                <a:latin typeface="Calibri" panose="020F0502020204030204" pitchFamily="34" charset="0"/>
                <a:ea typeface="Calibri" panose="020F0502020204030204" pitchFamily="34" charset="0"/>
                <a:cs typeface="Times New Roman" panose="02020603050405020304" pitchFamily="18" charset="0"/>
              </a:rPr>
              <a:t> clients receive, as satisfied clients will likely bring others.</a:t>
            </a:r>
          </a:p>
          <a:p>
            <a:endParaRPr lang="en-US" dirty="0"/>
          </a:p>
        </p:txBody>
      </p:sp>
    </p:spTree>
    <p:extLst>
      <p:ext uri="{BB962C8B-B14F-4D97-AF65-F5344CB8AC3E}">
        <p14:creationId xmlns:p14="http://schemas.microsoft.com/office/powerpoint/2010/main" val="2295692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1000"/>
                                        <p:tgtEl>
                                          <p:spTgt spid="4">
                                            <p:txEl>
                                              <p:pRg st="2" end="2"/>
                                            </p:txEl>
                                          </p:spTgt>
                                        </p:tgtEl>
                                      </p:cBhvr>
                                    </p:animEffect>
                                    <p:anim calcmode="lin" valueType="num">
                                      <p:cBhvr>
                                        <p:cTn id="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1000"/>
                                        <p:tgtEl>
                                          <p:spTgt spid="4">
                                            <p:txEl>
                                              <p:pRg st="3" end="3"/>
                                            </p:txEl>
                                          </p:spTgt>
                                        </p:tgtEl>
                                      </p:cBhvr>
                                    </p:animEffect>
                                    <p:anim calcmode="lin" valueType="num">
                                      <p:cBhvr>
                                        <p:cTn id="1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50000"/>
                <a:lumOff val="50000"/>
              </a:schemeClr>
            </a:gs>
            <a:gs pos="100000">
              <a:srgbClr val="0070C0"/>
            </a:gs>
          </a:gsLst>
          <a:lin ang="5400000" scaled="1"/>
        </a:gradFill>
        <a:effectLst/>
      </p:bgPr>
    </p:bg>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0D826370-CB08-4420-B3A4-A33A31B5B184}"/>
              </a:ext>
            </a:extLst>
          </p:cNvPr>
          <p:cNvGraphicFramePr/>
          <p:nvPr>
            <p:extLst>
              <p:ext uri="{D42A27DB-BD31-4B8C-83A1-F6EECF244321}">
                <p14:modId xmlns:p14="http://schemas.microsoft.com/office/powerpoint/2010/main" val="812209307"/>
              </p:ext>
            </p:extLst>
          </p:nvPr>
        </p:nvGraphicFramePr>
        <p:xfrm>
          <a:off x="2286000" y="840605"/>
          <a:ext cx="9144000" cy="5943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EC84C280-F4D4-4CC1-AFB0-8574C83CA143}"/>
              </a:ext>
            </a:extLst>
          </p:cNvPr>
          <p:cNvSpPr txBox="1"/>
          <p:nvPr/>
        </p:nvSpPr>
        <p:spPr>
          <a:xfrm>
            <a:off x="2407920" y="924560"/>
            <a:ext cx="2895600" cy="954107"/>
          </a:xfrm>
          <a:prstGeom prst="rect">
            <a:avLst/>
          </a:prstGeom>
          <a:noFill/>
        </p:spPr>
        <p:txBody>
          <a:bodyPr wrap="square" rtlCol="0">
            <a:spAutoFit/>
          </a:bodyPr>
          <a:lstStyle/>
          <a:p>
            <a:pPr algn="ctr"/>
            <a:r>
              <a:rPr lang="en-US" sz="2800" b="1" dirty="0"/>
              <a:t>IDENTIFYING CHALLENGES</a:t>
            </a:r>
          </a:p>
        </p:txBody>
      </p:sp>
    </p:spTree>
    <p:extLst>
      <p:ext uri="{BB962C8B-B14F-4D97-AF65-F5344CB8AC3E}">
        <p14:creationId xmlns:p14="http://schemas.microsoft.com/office/powerpoint/2010/main" val="1713115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6000"/>
            <a:lum/>
            <a:extLst>
              <a:ext uri="{BEBA8EAE-BF5A-486C-A8C5-ECC9F3942E4B}">
                <a14:imgProps xmlns:a14="http://schemas.microsoft.com/office/drawing/2010/main">
                  <a14:imgLayer r:embed="rId3">
                    <a14:imgEffect>
                      <a14:brightnessContrast bright="-40000"/>
                    </a14:imgEffect>
                  </a14:imgLayer>
                </a14:imgProps>
              </a:ext>
            </a:extLst>
          </a:blip>
          <a:srcRect/>
          <a:stretch>
            <a:fillRect/>
          </a:stretch>
        </a:blipFill>
        <a:effectLst/>
      </p:bgPr>
    </p:bg>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2FC53A5B-FC56-4358-BE47-20F9E05BB72E}"/>
              </a:ext>
            </a:extLst>
          </p:cNvPr>
          <p:cNvGraphicFramePr/>
          <p:nvPr>
            <p:extLst>
              <p:ext uri="{D42A27DB-BD31-4B8C-83A1-F6EECF244321}">
                <p14:modId xmlns:p14="http://schemas.microsoft.com/office/powerpoint/2010/main" val="2058766093"/>
              </p:ext>
            </p:extLst>
          </p:nvPr>
        </p:nvGraphicFramePr>
        <p:xfrm>
          <a:off x="2031999" y="719666"/>
          <a:ext cx="8276657" cy="49799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5" name="Group 4">
            <a:extLst>
              <a:ext uri="{FF2B5EF4-FFF2-40B4-BE49-F238E27FC236}">
                <a16:creationId xmlns:a16="http://schemas.microsoft.com/office/drawing/2014/main" id="{AEDD3539-D96A-449D-971F-285228AF9213}"/>
              </a:ext>
            </a:extLst>
          </p:cNvPr>
          <p:cNvGrpSpPr/>
          <p:nvPr/>
        </p:nvGrpSpPr>
        <p:grpSpPr>
          <a:xfrm>
            <a:off x="2031999" y="4628957"/>
            <a:ext cx="1284552" cy="1723717"/>
            <a:chOff x="19254" y="3484121"/>
            <a:chExt cx="1352020" cy="1931458"/>
          </a:xfrm>
        </p:grpSpPr>
        <p:sp>
          <p:nvSpPr>
            <p:cNvPr id="9" name="Arrow: Chevron 8">
              <a:extLst>
                <a:ext uri="{FF2B5EF4-FFF2-40B4-BE49-F238E27FC236}">
                  <a16:creationId xmlns:a16="http://schemas.microsoft.com/office/drawing/2014/main" id="{8EA73910-C844-4874-B941-87871F39D52E}"/>
                </a:ext>
              </a:extLst>
            </p:cNvPr>
            <p:cNvSpPr/>
            <p:nvPr/>
          </p:nvSpPr>
          <p:spPr>
            <a:xfrm rot="5400000">
              <a:off x="-270465" y="3773840"/>
              <a:ext cx="1931458" cy="1352020"/>
            </a:xfrm>
            <a:prstGeom prst="chevron">
              <a:avLst/>
            </a:prstGeom>
            <a:solidFill>
              <a:schemeClr val="tx1">
                <a:lumMod val="65000"/>
              </a:schemeClr>
            </a:solid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0" name="Arrow: Chevron 4">
              <a:extLst>
                <a:ext uri="{FF2B5EF4-FFF2-40B4-BE49-F238E27FC236}">
                  <a16:creationId xmlns:a16="http://schemas.microsoft.com/office/drawing/2014/main" id="{EC355DB1-D99B-4556-81EC-6FDE630526E1}"/>
                </a:ext>
              </a:extLst>
            </p:cNvPr>
            <p:cNvSpPr txBox="1"/>
            <p:nvPr/>
          </p:nvSpPr>
          <p:spPr>
            <a:xfrm>
              <a:off x="19254" y="4160131"/>
              <a:ext cx="1352020" cy="5794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6035" tIns="26035" rIns="26035" bIns="26035" numCol="1" spcCol="1270" anchor="ctr" anchorCtr="0">
              <a:noAutofit/>
            </a:bodyPr>
            <a:lstStyle/>
            <a:p>
              <a:pPr marL="0" lvl="0" indent="0" algn="ctr" defTabSz="1822450">
                <a:lnSpc>
                  <a:spcPct val="90000"/>
                </a:lnSpc>
                <a:spcBef>
                  <a:spcPct val="0"/>
                </a:spcBef>
                <a:spcAft>
                  <a:spcPct val="35000"/>
                </a:spcAft>
                <a:buNone/>
              </a:pPr>
              <a:r>
                <a:rPr lang="en-US" sz="4100" dirty="0"/>
                <a:t>4</a:t>
              </a:r>
              <a:r>
                <a:rPr lang="en-US" sz="4100" kern="1200" dirty="0"/>
                <a:t>.</a:t>
              </a:r>
            </a:p>
          </p:txBody>
        </p:sp>
      </p:grpSp>
      <p:grpSp>
        <p:nvGrpSpPr>
          <p:cNvPr id="6" name="Group 5">
            <a:extLst>
              <a:ext uri="{FF2B5EF4-FFF2-40B4-BE49-F238E27FC236}">
                <a16:creationId xmlns:a16="http://schemas.microsoft.com/office/drawing/2014/main" id="{18989C21-007F-4488-B24A-8975C4EA9E14}"/>
              </a:ext>
            </a:extLst>
          </p:cNvPr>
          <p:cNvGrpSpPr/>
          <p:nvPr/>
        </p:nvGrpSpPr>
        <p:grpSpPr>
          <a:xfrm>
            <a:off x="3234089" y="4628957"/>
            <a:ext cx="6997566" cy="1218204"/>
            <a:chOff x="1352020" y="3484122"/>
            <a:chExt cx="6775979" cy="1365022"/>
          </a:xfrm>
        </p:grpSpPr>
        <p:sp>
          <p:nvSpPr>
            <p:cNvPr id="7" name="Rectangle: Top Corners Rounded 6">
              <a:extLst>
                <a:ext uri="{FF2B5EF4-FFF2-40B4-BE49-F238E27FC236}">
                  <a16:creationId xmlns:a16="http://schemas.microsoft.com/office/drawing/2014/main" id="{9D95EAA8-101E-435D-9769-C52010C33FD6}"/>
                </a:ext>
              </a:extLst>
            </p:cNvPr>
            <p:cNvSpPr/>
            <p:nvPr/>
          </p:nvSpPr>
          <p:spPr>
            <a:xfrm rot="5400000">
              <a:off x="4112286" y="723856"/>
              <a:ext cx="1255447" cy="6775979"/>
            </a:xfrm>
            <a:prstGeom prst="round2Same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8" name="Rectangle: Top Corners Rounded 6">
              <a:extLst>
                <a:ext uri="{FF2B5EF4-FFF2-40B4-BE49-F238E27FC236}">
                  <a16:creationId xmlns:a16="http://schemas.microsoft.com/office/drawing/2014/main" id="{296A8833-F04E-474A-960E-D2363F6D9D46}"/>
                </a:ext>
              </a:extLst>
            </p:cNvPr>
            <p:cNvSpPr txBox="1"/>
            <p:nvPr/>
          </p:nvSpPr>
          <p:spPr>
            <a:xfrm>
              <a:off x="1382662" y="3716270"/>
              <a:ext cx="6714693" cy="1132874"/>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99136" tIns="17780" rIns="17780" bIns="17780" numCol="1" spcCol="1270" anchor="ctr" anchorCtr="0">
              <a:noAutofit/>
            </a:bodyPr>
            <a:lstStyle/>
            <a:p>
              <a:pPr marL="285750" lvl="1" indent="-285750" defTabSz="1244600">
                <a:lnSpc>
                  <a:spcPct val="90000"/>
                </a:lnSpc>
                <a:spcBef>
                  <a:spcPct val="0"/>
                </a:spcBef>
                <a:spcAft>
                  <a:spcPct val="15000"/>
                </a:spcAft>
                <a:buFontTx/>
                <a:buChar char="•"/>
              </a:pPr>
              <a:r>
                <a:rPr lang="en-US" sz="2900" dirty="0">
                  <a:effectLst/>
                  <a:latin typeface="Goudy Old Style" panose="02020502050305020303" pitchFamily="18" charset="0"/>
                  <a:ea typeface="Calibri" panose="020F0502020204030204" pitchFamily="34" charset="0"/>
                  <a:cs typeface="Times New Roman" panose="02020603050405020304" pitchFamily="18" charset="0"/>
                </a:rPr>
                <a:t>Track daily progress and set goals for the next day</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p>
            <a:p>
              <a:pPr marL="285750" lvl="1" indent="-285750" algn="l" defTabSz="1244600">
                <a:lnSpc>
                  <a:spcPct val="90000"/>
                </a:lnSpc>
                <a:spcBef>
                  <a:spcPct val="0"/>
                </a:spcBef>
                <a:spcAft>
                  <a:spcPct val="15000"/>
                </a:spcAft>
                <a:buChar char="•"/>
              </a:pPr>
              <a:endParaRPr lang="en-US" sz="2800" kern="1200" dirty="0"/>
            </a:p>
          </p:txBody>
        </p:sp>
      </p:grpSp>
    </p:spTree>
    <p:extLst>
      <p:ext uri="{BB962C8B-B14F-4D97-AF65-F5344CB8AC3E}">
        <p14:creationId xmlns:p14="http://schemas.microsoft.com/office/powerpoint/2010/main" val="3433358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50000"/>
                <a:lumOff val="50000"/>
              </a:schemeClr>
            </a:gs>
            <a:gs pos="100000">
              <a:srgbClr val="0070C0"/>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26E6B-30D7-497E-AFB0-98A69AB5945F}"/>
              </a:ext>
            </a:extLst>
          </p:cNvPr>
          <p:cNvSpPr>
            <a:spLocks noGrp="1"/>
          </p:cNvSpPr>
          <p:nvPr>
            <p:ph type="title"/>
          </p:nvPr>
        </p:nvSpPr>
        <p:spPr>
          <a:xfrm>
            <a:off x="913795" y="808523"/>
            <a:ext cx="5707899" cy="1101348"/>
          </a:xfrm>
        </p:spPr>
        <p:txBody>
          <a:bodyPr/>
          <a:lstStyle/>
          <a:p>
            <a:r>
              <a:rPr lang="en-US" sz="3600" b="1" dirty="0"/>
              <a:t>KNOWLEDGE BUILDING &amp; UNDERSTANDING</a:t>
            </a:r>
          </a:p>
        </p:txBody>
      </p:sp>
      <p:sp>
        <p:nvSpPr>
          <p:cNvPr id="3" name="Picture Placeholder 2">
            <a:extLst>
              <a:ext uri="{FF2B5EF4-FFF2-40B4-BE49-F238E27FC236}">
                <a16:creationId xmlns:a16="http://schemas.microsoft.com/office/drawing/2014/main" id="{EC06FA0C-8D26-409F-8B6A-AD224F862262}"/>
              </a:ext>
            </a:extLst>
          </p:cNvPr>
          <p:cNvSpPr>
            <a:spLocks noGrp="1"/>
          </p:cNvSpPr>
          <p:nvPr>
            <p:ph type="pic" idx="1"/>
          </p:nvPr>
        </p:nvSpPr>
        <p:spPr>
          <a:xfrm>
            <a:off x="7422231" y="1601480"/>
            <a:ext cx="3540409" cy="3586480"/>
          </a:xfrm>
          <a:blipFill>
            <a:blip r:embed="rId2"/>
            <a:stretch>
              <a:fillRect l="-25000" t="-27998" r="-25000" b="-8984"/>
            </a:stretch>
          </a:blipFill>
          <a:effectLst>
            <a:outerShdw blurRad="38100" dist="25400" dir="2640000">
              <a:srgbClr val="000000">
                <a:alpha val="36000"/>
              </a:srgbClr>
            </a:outerShdw>
          </a:effectLst>
        </p:spPr>
      </p:sp>
      <p:sp>
        <p:nvSpPr>
          <p:cNvPr id="4" name="Text Placeholder 3">
            <a:extLst>
              <a:ext uri="{FF2B5EF4-FFF2-40B4-BE49-F238E27FC236}">
                <a16:creationId xmlns:a16="http://schemas.microsoft.com/office/drawing/2014/main" id="{56329C80-D6B6-47F8-9900-F05775730DA1}"/>
              </a:ext>
            </a:extLst>
          </p:cNvPr>
          <p:cNvSpPr>
            <a:spLocks noGrp="1"/>
          </p:cNvSpPr>
          <p:nvPr>
            <p:ph type="body" sz="half" idx="2"/>
          </p:nvPr>
        </p:nvSpPr>
        <p:spPr>
          <a:xfrm>
            <a:off x="1473697" y="2169560"/>
            <a:ext cx="4763474" cy="4057985"/>
          </a:xfrm>
        </p:spPr>
        <p:txBody>
          <a:bodyPr>
            <a:normAutofit fontScale="92500" lnSpcReduction="20000"/>
          </a:bodyPr>
          <a:lstStyle/>
          <a:p>
            <a:pPr marL="0" marR="0">
              <a:lnSpc>
                <a:spcPct val="107000"/>
              </a:lnSpc>
              <a:spcBef>
                <a:spcPts val="0"/>
              </a:spcBef>
              <a:spcAft>
                <a:spcPts val="800"/>
              </a:spcAft>
            </a:pPr>
            <a:r>
              <a:rPr lang="en-US" sz="2400" dirty="0">
                <a:effectLst/>
                <a:ea typeface="Calibri" panose="020F0502020204030204" pitchFamily="34" charset="0"/>
                <a:cs typeface="Times New Roman" panose="02020603050405020304" pitchFamily="18" charset="0"/>
              </a:rPr>
              <a:t>A consultant should:</a:t>
            </a:r>
          </a:p>
          <a:p>
            <a:pPr marL="0" marR="0">
              <a:lnSpc>
                <a:spcPct val="107000"/>
              </a:lnSpc>
              <a:spcBef>
                <a:spcPts val="0"/>
              </a:spcBef>
              <a:spcAft>
                <a:spcPts val="800"/>
              </a:spcAft>
            </a:pPr>
            <a:r>
              <a:rPr lang="en-US" sz="2400" dirty="0">
                <a:solidFill>
                  <a:srgbClr val="002060"/>
                </a:solidFill>
                <a:effectLst/>
                <a:ea typeface="Calibri" panose="020F0502020204030204" pitchFamily="34" charset="0"/>
                <a:cs typeface="Times New Roman" panose="02020603050405020304" pitchFamily="18" charset="0"/>
              </a:rPr>
              <a:t>- Be well-informed about the various stages in the mortgage process.</a:t>
            </a:r>
          </a:p>
          <a:p>
            <a:pPr marL="0" marR="0">
              <a:lnSpc>
                <a:spcPct val="107000"/>
              </a:lnSpc>
              <a:spcBef>
                <a:spcPts val="0"/>
              </a:spcBef>
              <a:spcAft>
                <a:spcPts val="800"/>
              </a:spcAft>
            </a:pPr>
            <a:r>
              <a:rPr lang="en-US" sz="2400" dirty="0">
                <a:solidFill>
                  <a:srgbClr val="002060"/>
                </a:solidFill>
                <a:effectLst/>
                <a:ea typeface="Calibri" panose="020F0502020204030204" pitchFamily="34" charset="0"/>
                <a:cs typeface="Times New Roman" panose="02020603050405020304" pitchFamily="18" charset="0"/>
              </a:rPr>
              <a:t>- Understand different client needs based on their profiles—such as residents versus non-residents, and salaried versus self-employed individuals.</a:t>
            </a:r>
          </a:p>
          <a:p>
            <a:pPr marL="0" marR="0">
              <a:lnSpc>
                <a:spcPct val="107000"/>
              </a:lnSpc>
              <a:spcBef>
                <a:spcPts val="0"/>
              </a:spcBef>
              <a:spcAft>
                <a:spcPts val="800"/>
              </a:spcAft>
            </a:pPr>
            <a:r>
              <a:rPr lang="en-US" sz="2400" dirty="0">
                <a:solidFill>
                  <a:srgbClr val="002060"/>
                </a:solidFill>
                <a:effectLst/>
                <a:ea typeface="Calibri" panose="020F0502020204030204" pitchFamily="34" charset="0"/>
                <a:cs typeface="Times New Roman" panose="02020603050405020304" pitchFamily="18" charset="0"/>
              </a:rPr>
              <a:t>- Be able to identify the appropriate service for each client, based on their transaction type (e.g., developer payment, post-handover payments, refinancing).</a:t>
            </a:r>
          </a:p>
          <a:p>
            <a:endParaRPr lang="en-US" dirty="0"/>
          </a:p>
        </p:txBody>
      </p:sp>
    </p:spTree>
    <p:extLst>
      <p:ext uri="{BB962C8B-B14F-4D97-AF65-F5344CB8AC3E}">
        <p14:creationId xmlns:p14="http://schemas.microsoft.com/office/powerpoint/2010/main" val="1872839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25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p:cTn id="7" dur="500" fill="hold"/>
                                        <p:tgtEl>
                                          <p:spTgt spid="4">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4">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4">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250"/>
                                  </p:stCondLst>
                                  <p:childTnLst>
                                    <p:set>
                                      <p:cBhvr>
                                        <p:cTn id="13" dur="1" fill="hold">
                                          <p:stCondLst>
                                            <p:cond delay="0"/>
                                          </p:stCondLst>
                                        </p:cTn>
                                        <p:tgtEl>
                                          <p:spTgt spid="4">
                                            <p:txEl>
                                              <p:pRg st="2" end="2"/>
                                            </p:txEl>
                                          </p:spTgt>
                                        </p:tgtEl>
                                        <p:attrNameLst>
                                          <p:attrName>style.visibility</p:attrName>
                                        </p:attrNameLst>
                                      </p:cBhvr>
                                      <p:to>
                                        <p:strVal val="visible"/>
                                      </p:to>
                                    </p:set>
                                    <p:anim calcmode="lin" valueType="num">
                                      <p:cBhvr>
                                        <p:cTn id="14" dur="500" fill="hold"/>
                                        <p:tgtEl>
                                          <p:spTgt spid="4">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4">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4">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25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p:cTn id="21" dur="500" fill="hold"/>
                                        <p:tgtEl>
                                          <p:spTgt spid="4">
                                            <p:txEl>
                                              <p:pRg st="3" end="3"/>
                                            </p:txEl>
                                          </p:spTgt>
                                        </p:tgtEl>
                                        <p:attrNameLst>
                                          <p:attrName>ppt_w</p:attrName>
                                        </p:attrNameLst>
                                      </p:cBhvr>
                                      <p:tavLst>
                                        <p:tav tm="0">
                                          <p:val>
                                            <p:fltVal val="0"/>
                                          </p:val>
                                        </p:tav>
                                        <p:tav tm="100000">
                                          <p:val>
                                            <p:strVal val="#ppt_w"/>
                                          </p:val>
                                        </p:tav>
                                      </p:tavLst>
                                    </p:anim>
                                    <p:anim calcmode="lin" valueType="num">
                                      <p:cBhvr>
                                        <p:cTn id="22" dur="500" fill="hold"/>
                                        <p:tgtEl>
                                          <p:spTgt spid="4">
                                            <p:txEl>
                                              <p:pRg st="3" end="3"/>
                                            </p:txEl>
                                          </p:spTgt>
                                        </p:tgtEl>
                                        <p:attrNameLst>
                                          <p:attrName>ppt_h</p:attrName>
                                        </p:attrNameLst>
                                      </p:cBhvr>
                                      <p:tavLst>
                                        <p:tav tm="0">
                                          <p:val>
                                            <p:fltVal val="0"/>
                                          </p:val>
                                        </p:tav>
                                        <p:tav tm="100000">
                                          <p:val>
                                            <p:strVal val="#ppt_h"/>
                                          </p:val>
                                        </p:tav>
                                      </p:tavLst>
                                    </p:anim>
                                    <p:animEffect transition="in" filter="fade">
                                      <p:cBhvr>
                                        <p:cTn id="23"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6000"/>
            <a:lum/>
          </a:blip>
          <a:srcRect/>
          <a:stretch>
            <a:fillRect/>
          </a:stretch>
        </a:blipFill>
        <a:effectLst/>
      </p:bgPr>
    </p:bg>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C10D4726-4043-40CD-A9DA-D34FF1755A2F}"/>
              </a:ext>
            </a:extLst>
          </p:cNvPr>
          <p:cNvGraphicFramePr/>
          <p:nvPr>
            <p:extLst>
              <p:ext uri="{D42A27DB-BD31-4B8C-83A1-F6EECF244321}">
                <p14:modId xmlns:p14="http://schemas.microsoft.com/office/powerpoint/2010/main" val="395904152"/>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C5B78268-8E09-486A-A149-4A3D4C7D87B0}"/>
              </a:ext>
            </a:extLst>
          </p:cNvPr>
          <p:cNvSpPr txBox="1"/>
          <p:nvPr/>
        </p:nvSpPr>
        <p:spPr>
          <a:xfrm>
            <a:off x="4511040" y="2875280"/>
            <a:ext cx="3271520" cy="1077218"/>
          </a:xfrm>
          <a:prstGeom prst="rect">
            <a:avLst/>
          </a:prstGeom>
          <a:noFill/>
        </p:spPr>
        <p:txBody>
          <a:bodyPr wrap="square" rtlCol="0">
            <a:spAutoFit/>
          </a:bodyPr>
          <a:lstStyle/>
          <a:p>
            <a:pPr lvl="0" algn="ctr"/>
            <a:r>
              <a:rPr lang="en-US" sz="3200" b="1" dirty="0">
                <a:solidFill>
                  <a:schemeClr val="bg1"/>
                </a:solidFill>
              </a:rPr>
              <a:t>Understanding Mortgage process</a:t>
            </a:r>
            <a:endParaRPr lang="en-US" sz="3200" dirty="0"/>
          </a:p>
        </p:txBody>
      </p:sp>
    </p:spTree>
    <p:extLst>
      <p:ext uri="{BB962C8B-B14F-4D97-AF65-F5344CB8AC3E}">
        <p14:creationId xmlns:p14="http://schemas.microsoft.com/office/powerpoint/2010/main" val="1873415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50000"/>
                <a:lumOff val="50000"/>
              </a:schemeClr>
            </a:gs>
            <a:gs pos="100000">
              <a:srgbClr val="0070C0"/>
            </a:gs>
          </a:gsLst>
          <a:lin ang="5400000" scaled="1"/>
        </a:gradFill>
        <a:effectLst/>
      </p:bgPr>
    </p:bg>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59A3CB31-C5D5-441E-B71F-459DFFD1B1D1}"/>
              </a:ext>
            </a:extLst>
          </p:cNvPr>
          <p:cNvGraphicFramePr/>
          <p:nvPr>
            <p:extLst>
              <p:ext uri="{D42A27DB-BD31-4B8C-83A1-F6EECF244321}">
                <p14:modId xmlns:p14="http://schemas.microsoft.com/office/powerpoint/2010/main" val="45001085"/>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07031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50000"/>
                <a:lumOff val="50000"/>
              </a:schemeClr>
            </a:gs>
            <a:gs pos="100000">
              <a:srgbClr val="0070C0"/>
            </a:gs>
          </a:gsLst>
          <a:lin ang="5400000" scaled="1"/>
        </a:gradFill>
        <a:effectLst/>
      </p:bgPr>
    </p:bg>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03E8F730-62EF-4C84-8309-7917C60D64D0}"/>
              </a:ext>
            </a:extLst>
          </p:cNvPr>
          <p:cNvGraphicFramePr/>
          <p:nvPr>
            <p:extLst>
              <p:ext uri="{D42A27DB-BD31-4B8C-83A1-F6EECF244321}">
                <p14:modId xmlns:p14="http://schemas.microsoft.com/office/powerpoint/2010/main" val="1275224598"/>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4332FAC9-8F6A-4132-B2C0-E8BAA2777B27}"/>
              </a:ext>
            </a:extLst>
          </p:cNvPr>
          <p:cNvSpPr txBox="1"/>
          <p:nvPr/>
        </p:nvSpPr>
        <p:spPr>
          <a:xfrm>
            <a:off x="2184400" y="282786"/>
            <a:ext cx="2509520" cy="461665"/>
          </a:xfrm>
          <a:prstGeom prst="rect">
            <a:avLst/>
          </a:prstGeom>
          <a:noFill/>
        </p:spPr>
        <p:txBody>
          <a:bodyPr wrap="square" rtlCol="0">
            <a:spAutoFit/>
          </a:bodyPr>
          <a:lstStyle/>
          <a:p>
            <a:pPr algn="ctr"/>
            <a:r>
              <a:rPr lang="en-US" sz="2400" b="1" dirty="0"/>
              <a:t>Documentation</a:t>
            </a:r>
          </a:p>
        </p:txBody>
      </p:sp>
      <p:sp>
        <p:nvSpPr>
          <p:cNvPr id="4" name="TextBox 3">
            <a:extLst>
              <a:ext uri="{FF2B5EF4-FFF2-40B4-BE49-F238E27FC236}">
                <a16:creationId xmlns:a16="http://schemas.microsoft.com/office/drawing/2014/main" id="{A1F79DCC-C525-4E5F-8971-09224C7492EF}"/>
              </a:ext>
            </a:extLst>
          </p:cNvPr>
          <p:cNvSpPr txBox="1"/>
          <p:nvPr/>
        </p:nvSpPr>
        <p:spPr>
          <a:xfrm>
            <a:off x="4841240" y="258001"/>
            <a:ext cx="2509520" cy="461665"/>
          </a:xfrm>
          <a:prstGeom prst="rect">
            <a:avLst/>
          </a:prstGeom>
          <a:noFill/>
        </p:spPr>
        <p:txBody>
          <a:bodyPr wrap="square" rtlCol="0">
            <a:spAutoFit/>
          </a:bodyPr>
          <a:lstStyle/>
          <a:p>
            <a:pPr algn="ctr"/>
            <a:r>
              <a:rPr lang="en-US" sz="2400" b="1" dirty="0"/>
              <a:t>Policies</a:t>
            </a:r>
          </a:p>
        </p:txBody>
      </p:sp>
      <p:sp>
        <p:nvSpPr>
          <p:cNvPr id="5" name="TextBox 4">
            <a:extLst>
              <a:ext uri="{FF2B5EF4-FFF2-40B4-BE49-F238E27FC236}">
                <a16:creationId xmlns:a16="http://schemas.microsoft.com/office/drawing/2014/main" id="{EF00B674-C908-48D2-98D9-8CE436DB6BA7}"/>
              </a:ext>
            </a:extLst>
          </p:cNvPr>
          <p:cNvSpPr txBox="1"/>
          <p:nvPr/>
        </p:nvSpPr>
        <p:spPr>
          <a:xfrm>
            <a:off x="7574280" y="258000"/>
            <a:ext cx="2509520" cy="461665"/>
          </a:xfrm>
          <a:prstGeom prst="rect">
            <a:avLst/>
          </a:prstGeom>
          <a:noFill/>
        </p:spPr>
        <p:txBody>
          <a:bodyPr wrap="square" rtlCol="0">
            <a:spAutoFit/>
          </a:bodyPr>
          <a:lstStyle/>
          <a:p>
            <a:pPr algn="ctr"/>
            <a:r>
              <a:rPr lang="en-US" sz="2400" b="1" dirty="0"/>
              <a:t>Clarity</a:t>
            </a:r>
          </a:p>
        </p:txBody>
      </p:sp>
      <p:pic>
        <p:nvPicPr>
          <p:cNvPr id="7" name="Picture 6">
            <a:extLst>
              <a:ext uri="{FF2B5EF4-FFF2-40B4-BE49-F238E27FC236}">
                <a16:creationId xmlns:a16="http://schemas.microsoft.com/office/drawing/2014/main" id="{C9A46FA4-C119-4140-A988-946FCB3D8921}"/>
              </a:ext>
            </a:extLst>
          </p:cNvPr>
          <p:cNvPicPr>
            <a:picLocks noChangeAspect="1"/>
          </p:cNvPicPr>
          <p:nvPr/>
        </p:nvPicPr>
        <p:blipFill>
          <a:blip r:embed="rId7"/>
          <a:stretch>
            <a:fillRect/>
          </a:stretch>
        </p:blipFill>
        <p:spPr>
          <a:xfrm>
            <a:off x="2807970" y="1013076"/>
            <a:ext cx="1146271" cy="1146271"/>
          </a:xfrm>
          <a:prstGeom prst="rect">
            <a:avLst/>
          </a:prstGeom>
        </p:spPr>
      </p:pic>
      <p:pic>
        <p:nvPicPr>
          <p:cNvPr id="9" name="Picture 8">
            <a:extLst>
              <a:ext uri="{FF2B5EF4-FFF2-40B4-BE49-F238E27FC236}">
                <a16:creationId xmlns:a16="http://schemas.microsoft.com/office/drawing/2014/main" id="{32E1E87F-BD89-4337-B2D6-8168422C7F8B}"/>
              </a:ext>
            </a:extLst>
          </p:cNvPr>
          <p:cNvPicPr>
            <a:picLocks noChangeAspect="1"/>
          </p:cNvPicPr>
          <p:nvPr/>
        </p:nvPicPr>
        <p:blipFill>
          <a:blip r:embed="rId8"/>
          <a:stretch>
            <a:fillRect/>
          </a:stretch>
        </p:blipFill>
        <p:spPr>
          <a:xfrm>
            <a:off x="5577840" y="1062067"/>
            <a:ext cx="1097280" cy="1097280"/>
          </a:xfrm>
          <a:prstGeom prst="rect">
            <a:avLst/>
          </a:prstGeom>
        </p:spPr>
      </p:pic>
      <p:pic>
        <p:nvPicPr>
          <p:cNvPr id="11" name="Picture 10">
            <a:extLst>
              <a:ext uri="{FF2B5EF4-FFF2-40B4-BE49-F238E27FC236}">
                <a16:creationId xmlns:a16="http://schemas.microsoft.com/office/drawing/2014/main" id="{B5C11204-4077-4081-A0CA-176268F8B4B5}"/>
              </a:ext>
            </a:extLst>
          </p:cNvPr>
          <p:cNvPicPr>
            <a:picLocks noChangeAspect="1"/>
          </p:cNvPicPr>
          <p:nvPr/>
        </p:nvPicPr>
        <p:blipFill>
          <a:blip r:embed="rId9"/>
          <a:stretch>
            <a:fillRect/>
          </a:stretch>
        </p:blipFill>
        <p:spPr>
          <a:xfrm>
            <a:off x="8286750" y="989075"/>
            <a:ext cx="1146269" cy="1259637"/>
          </a:xfrm>
          <a:prstGeom prst="rect">
            <a:avLst/>
          </a:prstGeom>
        </p:spPr>
      </p:pic>
      <p:sp>
        <p:nvSpPr>
          <p:cNvPr id="12" name="TextBox 11">
            <a:extLst>
              <a:ext uri="{FF2B5EF4-FFF2-40B4-BE49-F238E27FC236}">
                <a16:creationId xmlns:a16="http://schemas.microsoft.com/office/drawing/2014/main" id="{3C3CB5B3-4F7A-4FDE-9BEC-2FDB507AE8E1}"/>
              </a:ext>
            </a:extLst>
          </p:cNvPr>
          <p:cNvSpPr txBox="1"/>
          <p:nvPr/>
        </p:nvSpPr>
        <p:spPr>
          <a:xfrm>
            <a:off x="3098800" y="5323840"/>
            <a:ext cx="6126480" cy="461665"/>
          </a:xfrm>
          <a:prstGeom prst="rect">
            <a:avLst/>
          </a:prstGeom>
          <a:noFill/>
          <a:ln>
            <a:solidFill>
              <a:schemeClr val="tx1"/>
            </a:solidFill>
          </a:ln>
        </p:spPr>
        <p:txBody>
          <a:bodyPr wrap="square" rtlCol="0">
            <a:spAutoFit/>
          </a:bodyPr>
          <a:lstStyle/>
          <a:p>
            <a:pPr algn="ctr"/>
            <a:r>
              <a:rPr lang="en-US" sz="2400" b="1" dirty="0">
                <a:solidFill>
                  <a:schemeClr val="bg1"/>
                </a:solidFill>
              </a:rPr>
              <a:t>How to overcome obstacles</a:t>
            </a:r>
          </a:p>
        </p:txBody>
      </p:sp>
    </p:spTree>
    <p:extLst>
      <p:ext uri="{BB962C8B-B14F-4D97-AF65-F5344CB8AC3E}">
        <p14:creationId xmlns:p14="http://schemas.microsoft.com/office/powerpoint/2010/main" val="14826595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2000"/>
            <a:lum/>
            <a:extLst>
              <a:ext uri="{BEBA8EAE-BF5A-486C-A8C5-ECC9F3942E4B}">
                <a14:imgProps xmlns:a14="http://schemas.microsoft.com/office/drawing/2010/main">
                  <a14:imgLayer r:embed="rId3">
                    <a14:imgEffect>
                      <a14:brightnessContrast bright="-14000"/>
                    </a14:imgEffect>
                  </a14:imgLayer>
                </a14:imgProps>
              </a:ext>
            </a:extLst>
          </a:blip>
          <a:srcRect/>
          <a:stretch>
            <a:fillRect/>
          </a:stretch>
        </a:blipFill>
        <a:effectLst/>
      </p:bgPr>
    </p:bg>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54224B85-B92A-42E8-A3F7-BB3062472297}"/>
              </a:ext>
            </a:extLst>
          </p:cNvPr>
          <p:cNvGraphicFramePr/>
          <p:nvPr>
            <p:extLst>
              <p:ext uri="{D42A27DB-BD31-4B8C-83A1-F6EECF244321}">
                <p14:modId xmlns:p14="http://schemas.microsoft.com/office/powerpoint/2010/main" val="2842500568"/>
              </p:ext>
            </p:extLst>
          </p:nvPr>
        </p:nvGraphicFramePr>
        <p:xfrm>
          <a:off x="3362960" y="182880"/>
          <a:ext cx="8341360" cy="640249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109CBFFA-6B86-4F51-B894-3A89C0DCC402}"/>
              </a:ext>
            </a:extLst>
          </p:cNvPr>
          <p:cNvSpPr txBox="1"/>
          <p:nvPr/>
        </p:nvSpPr>
        <p:spPr>
          <a:xfrm>
            <a:off x="568960" y="243840"/>
            <a:ext cx="6329680" cy="584775"/>
          </a:xfrm>
          <a:prstGeom prst="rect">
            <a:avLst/>
          </a:prstGeom>
          <a:noFill/>
        </p:spPr>
        <p:txBody>
          <a:bodyPr wrap="square" rtlCol="0">
            <a:spAutoFit/>
          </a:bodyPr>
          <a:lstStyle/>
          <a:p>
            <a:r>
              <a:rPr lang="en-US" sz="3200" b="1" dirty="0">
                <a:solidFill>
                  <a:schemeClr val="bg1"/>
                </a:solidFill>
              </a:rPr>
              <a:t>Leveraging Holiday Time for Growth</a:t>
            </a:r>
          </a:p>
        </p:txBody>
      </p:sp>
      <p:sp>
        <p:nvSpPr>
          <p:cNvPr id="5" name="TextBox 4">
            <a:extLst>
              <a:ext uri="{FF2B5EF4-FFF2-40B4-BE49-F238E27FC236}">
                <a16:creationId xmlns:a16="http://schemas.microsoft.com/office/drawing/2014/main" id="{97DDC556-ED7B-4B91-8963-A0E1FA09DD9A}"/>
              </a:ext>
            </a:extLst>
          </p:cNvPr>
          <p:cNvSpPr txBox="1"/>
          <p:nvPr/>
        </p:nvSpPr>
        <p:spPr>
          <a:xfrm>
            <a:off x="325120" y="1133415"/>
            <a:ext cx="4368800" cy="2123658"/>
          </a:xfrm>
          <a:prstGeom prst="rect">
            <a:avLst/>
          </a:prstGeom>
          <a:noFill/>
        </p:spPr>
        <p:txBody>
          <a:bodyPr wrap="square" rtlCol="0">
            <a:spAutoFit/>
          </a:bodyPr>
          <a:lstStyle/>
          <a:p>
            <a:pPr marL="342900" indent="-342900">
              <a:lnSpc>
                <a:spcPct val="150000"/>
              </a:lnSpc>
              <a:buAutoNum type="arabicPeriod"/>
            </a:pPr>
            <a:r>
              <a:rPr lang="en-US" sz="2400" dirty="0">
                <a:solidFill>
                  <a:schemeClr val="bg1"/>
                </a:solidFill>
                <a:highlight>
                  <a:srgbClr val="C0C0C0"/>
                </a:highlight>
              </a:rPr>
              <a:t>Study market trends.</a:t>
            </a:r>
          </a:p>
          <a:p>
            <a:pPr marL="342900" indent="-342900">
              <a:buAutoNum type="arabicPeriod"/>
            </a:pPr>
            <a:r>
              <a:rPr lang="en-US" sz="2400" dirty="0">
                <a:solidFill>
                  <a:schemeClr val="bg1"/>
                </a:solidFill>
                <a:highlight>
                  <a:srgbClr val="C0C0C0"/>
                </a:highlight>
              </a:rPr>
              <a:t>Focus on inter personal and intra personal skills.</a:t>
            </a:r>
          </a:p>
          <a:p>
            <a:pPr marL="342900" indent="-342900">
              <a:buAutoNum type="arabicPeriod"/>
            </a:pPr>
            <a:r>
              <a:rPr lang="en-US" sz="2400" dirty="0">
                <a:solidFill>
                  <a:schemeClr val="bg1"/>
                </a:solidFill>
                <a:highlight>
                  <a:srgbClr val="C0C0C0"/>
                </a:highlight>
              </a:rPr>
              <a:t>Assessing clients’ needs.</a:t>
            </a:r>
          </a:p>
          <a:p>
            <a:pPr marL="342900" indent="-342900">
              <a:buAutoNum type="arabicPeriod"/>
            </a:pPr>
            <a:r>
              <a:rPr lang="en-US" sz="2400" dirty="0">
                <a:solidFill>
                  <a:schemeClr val="bg1"/>
                </a:solidFill>
                <a:highlight>
                  <a:srgbClr val="C0C0C0"/>
                </a:highlight>
              </a:rPr>
              <a:t>Stay updated on digital gadgets.</a:t>
            </a:r>
          </a:p>
        </p:txBody>
      </p:sp>
    </p:spTree>
    <p:extLst>
      <p:ext uri="{BB962C8B-B14F-4D97-AF65-F5344CB8AC3E}">
        <p14:creationId xmlns:p14="http://schemas.microsoft.com/office/powerpoint/2010/main" val="1287898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50000"/>
                <a:lumOff val="50000"/>
              </a:schemeClr>
            </a:gs>
            <a:gs pos="100000">
              <a:srgbClr val="0070C0"/>
            </a:gs>
          </a:gsLst>
          <a:lin ang="54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7BDCD0-8FB5-442D-8897-C5BFDC273EED}"/>
              </a:ext>
            </a:extLst>
          </p:cNvPr>
          <p:cNvPicPr>
            <a:picLocks noChangeAspect="1"/>
          </p:cNvPicPr>
          <p:nvPr/>
        </p:nvPicPr>
        <p:blipFill>
          <a:blip r:embed="rId2"/>
          <a:stretch>
            <a:fillRect/>
          </a:stretch>
        </p:blipFill>
        <p:spPr>
          <a:xfrm>
            <a:off x="2792724" y="782320"/>
            <a:ext cx="6606551" cy="3473767"/>
          </a:xfrm>
          <a:prstGeom prst="rect">
            <a:avLst/>
          </a:prstGeom>
        </p:spPr>
      </p:pic>
      <p:sp>
        <p:nvSpPr>
          <p:cNvPr id="4" name="TextBox 3">
            <a:extLst>
              <a:ext uri="{FF2B5EF4-FFF2-40B4-BE49-F238E27FC236}">
                <a16:creationId xmlns:a16="http://schemas.microsoft.com/office/drawing/2014/main" id="{6FD5A8EF-F057-4FA0-B37C-6536A1E1A42E}"/>
              </a:ext>
            </a:extLst>
          </p:cNvPr>
          <p:cNvSpPr txBox="1"/>
          <p:nvPr/>
        </p:nvSpPr>
        <p:spPr>
          <a:xfrm>
            <a:off x="4165600" y="4572000"/>
            <a:ext cx="3820160" cy="646331"/>
          </a:xfrm>
          <a:prstGeom prst="rect">
            <a:avLst/>
          </a:prstGeom>
          <a:noFill/>
        </p:spPr>
        <p:txBody>
          <a:bodyPr wrap="square" rtlCol="0">
            <a:spAutoFit/>
          </a:bodyPr>
          <a:lstStyle/>
          <a:p>
            <a:pPr algn="ctr"/>
            <a:r>
              <a:rPr lang="en-US" sz="3600" b="1" dirty="0"/>
              <a:t>Thank you!</a:t>
            </a:r>
          </a:p>
        </p:txBody>
      </p:sp>
    </p:spTree>
    <p:extLst>
      <p:ext uri="{BB962C8B-B14F-4D97-AF65-F5344CB8AC3E}">
        <p14:creationId xmlns:p14="http://schemas.microsoft.com/office/powerpoint/2010/main" val="15641435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2.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3.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C4C00F4-06E9-43E3-AD97-88A857CEFA8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64B270AB-C138-415C-897E-3C24487DECF1}">
  <ds:schemaRefs>
    <ds:schemaRef ds:uri="http://schemas.microsoft.com/sharepoint/v3/contenttype/forms"/>
  </ds:schemaRefs>
</ds:datastoreItem>
</file>

<file path=customXml/itemProps3.xml><?xml version="1.0" encoding="utf-8"?>
<ds:datastoreItem xmlns:ds="http://schemas.openxmlformats.org/officeDocument/2006/customXml" ds:itemID="{0585E981-8C91-4205-A0C3-C991F42B4C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{61738D8A-5CB1-4F1C-968A-C8DD69C02720}tf55705232_win32</Template>
  <TotalTime>7533</TotalTime>
  <Words>560</Words>
  <Application>Microsoft Office PowerPoint</Application>
  <PresentationFormat>Widescreen</PresentationFormat>
  <Paragraphs>83</Paragraphs>
  <Slides>18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Goudy Old Style</vt:lpstr>
      <vt:lpstr>Wingdings 2</vt:lpstr>
      <vt:lpstr>SlateVTI</vt:lpstr>
      <vt:lpstr>MORTGAGE CONSULTANT TRAINING</vt:lpstr>
      <vt:lpstr>Our Agenda: 1. To train our team in terms of mortgage. 2. To know about the product we’re offering. 3. Building strong relationship with clients. </vt:lpstr>
      <vt:lpstr>Key Responsibilities of a Mortgage Broker</vt:lpstr>
      <vt:lpstr>BRIDGING THE GAP</vt:lpstr>
      <vt:lpstr>PowerPoint Presentation</vt:lpstr>
      <vt:lpstr>PowerPoint Presentation</vt:lpstr>
      <vt:lpstr>INTRODUCTION AND KNOWLEDGE ASSESSMENT</vt:lpstr>
      <vt:lpstr>PowerPoint Presentation</vt:lpstr>
      <vt:lpstr>PowerPoint Presentation</vt:lpstr>
      <vt:lpstr>PRODUCT UNDERSTANDING AND COMMUNICATION</vt:lpstr>
      <vt:lpstr>PowerPoint Presentation</vt:lpstr>
      <vt:lpstr>PowerPoint Presentation</vt:lpstr>
      <vt:lpstr>KNOWLEDGE BUILDING &amp; UNDERSTANDING</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MORTGAGE CONSULTANT TRAINING</dc:title>
  <dc:creator>Windows 11</dc:creator>
  <cp:lastModifiedBy>Windows 11</cp:lastModifiedBy>
  <cp:revision>62</cp:revision>
  <dcterms:created xsi:type="dcterms:W3CDTF">2025-03-29T09:51:32Z</dcterms:created>
  <dcterms:modified xsi:type="dcterms:W3CDTF">2025-04-03T15:29:29Z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